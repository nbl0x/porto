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13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EF2D1-FA0F-46DE-9AE8-8AC5CEA0016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FEF0A-49CE-4B71-875A-B740ABBEDDB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416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5310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38A1-4D7D-F1EB-9B54-09F09E03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CE370-F570-3E5D-D8A1-46BE212A6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80342-C27B-5504-A184-8E508951E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67241-87E4-5D87-1EDB-C5EA2B4C5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375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36410-3262-DBAA-4CDA-71D7A398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07FB2-D4C2-862D-3B80-77D170874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A74FE-B233-0D4E-16FC-6B3E5D3F3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ECD25-7BEB-F047-6143-BCAB8330B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864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8BA0-00BD-BE92-2BD2-90D2E03C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128BE-E1F6-1744-FCEC-18501D7FE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4771C-2A62-21AC-B2A1-E5148A88B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C1439-DB18-D86A-8E60-777B225A8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2272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EE9B-0C63-A00F-9174-663803E6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5AC39-F5F5-A03A-F8E2-1B91CE4A6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0862C-9801-2580-BFAD-6F50F306A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6B007-D7CD-43A9-07B8-EB922A4D3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96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66E08-13D7-9065-1046-0E3CF3D0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1D5B2-7C43-5EC0-6CFB-F436F77A5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DA9E2-B75E-E077-517D-4252195C5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58418-E06E-D980-B441-8466FC57A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0450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BEE9D-0EDA-1309-B4DC-D9F422DF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36676-62E4-0030-3229-18D5C0018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5C22C-8E75-31CE-2987-4B8FEF545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60939-2D12-AB00-73A7-E28DD0C26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1615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3AB8-E35A-2297-3C30-F6BC7968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C6582-15D5-28E3-63FB-A644E429E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A34EE-42C7-AA10-F329-EF155363A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CF26E-07F5-3FFE-C244-650604FAA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423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200E-6C6E-6D33-0735-FBBAD5FF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7BAE5-8CF8-007E-69A9-F38DD8C14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3EA08-F040-7F60-E4A9-89E4E4BED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201A2-A6BF-A06F-5414-58C3206AC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2051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A88A-7584-88C4-9DA6-00D974AB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F6A06-D817-83FC-72C3-BEE827AE2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8C203-CFF8-C727-0137-080E4B173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DF146-09F7-6FC8-07BF-244019335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327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A4D1-E9F2-712D-44B8-470AEFE1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C044C-6FA2-DE5B-11C8-4790ACE6E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F84E2-A63A-2FE3-A026-F5BB8742A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323C4-2CC5-F4DD-95EE-0DB518909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5567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A8B0-F6BF-C973-D147-F65E621B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5C88A-7098-4785-09B2-2E3F71158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5E3EA-071F-1452-F4CB-5BEC69708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B6082-595E-3714-ABB4-44B6BC41D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7146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887F-ABD0-3D56-B87E-484A19B5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8B01C-9DF9-4FD8-6797-AB307831D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4DBCD-68CD-5048-F45E-029B500ED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028F8-6F7C-85CD-925C-A60A5F1B5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365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BBE0-A035-A471-2DAE-759121F6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11EBE-1F53-E6FC-0F5D-239E35E57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5FDF6-CF8C-C7E6-1D86-136E3A734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BFF1-FD39-99E2-E7A6-BE5D94772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0465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3ED-E50A-DF2B-5299-914C1E9B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49C7A-E90E-B3B2-AFAF-11B574E8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E2890-8866-39D1-EF3E-B31870698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F0E6C-CDEB-684D-AAA6-2030B23B6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29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8663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2532C-2F01-F954-C146-1DB37D77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22421-22DE-2BF0-9C81-586EB5B56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B9129-2C55-DCA5-6389-0F321C715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E093-75EF-F333-24EE-20B697466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2746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B4F2-24E2-B54D-0B83-9809EC0F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4A63B-ECB4-E2AF-5423-756764870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17D51-BE2D-1134-577A-E8246BA9D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5DE4A-FCD7-D64F-5F69-EC3189FC5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31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4131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046A-B701-7849-38B0-3B0ED35B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EF7E7-3008-315D-6228-81FDA4801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E4E92-B414-B9E0-A0CB-053E079E6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BEBEC-A98C-5780-5717-AFA664BCE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FEF0A-49CE-4B71-875A-B740ABBEDDB7}" type="slidenum">
              <a:rPr lang="en-ID" smtClean="0"/>
              <a:t>32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206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D751-F76C-3316-169A-543E7B1CE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133F0-C99D-B391-D9EB-5311170A0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2EE3-8065-78C0-991D-A8E07705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5AC1-5162-29ED-B319-DC7B8525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C2976-8EB4-D381-E86A-F43EAF2B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865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91C1-4D81-8FA5-982E-5FEE0160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72ED-49EA-C458-7251-6C44B05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292C-C1E8-6804-A0A6-0E204951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FF98-76D3-8698-5E92-5519EFE3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DF8F-AECC-97A6-5583-B49D425E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706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9D3E-FFA7-9670-4C3E-F4E92EFB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B2A34-1E3F-95FB-CF53-DC68783D3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411FB-3663-738E-E412-9CC420AB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3CD7-F2C1-2E18-8C64-172BB0C4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641DA-A91E-4053-BB09-943B1AF9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363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77B8-10FC-DD20-3286-E6A50B4DB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8D64-2643-2F2A-6CA5-7708BEE74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D7D63-41A4-A165-0EE4-69B29EF98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97137-A0A8-E56C-C2DD-F8DAA963A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522F-5197-23F8-B85E-8E595BD4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F78AC-2F50-869E-C29E-B430BA5B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165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D8AB-17C5-D32B-6D61-44E947007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D343A-78EF-EA10-1C26-4402D8B08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25E-106D-A241-DDCE-07C0A1D83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CF651-F11B-16F6-960C-7DF611907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7C557-9FB9-1DFD-B642-738417986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68679-5E34-01FD-660B-F605DF57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EC637-BC7B-9999-7012-66EE472E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54A38-E66D-B878-DADE-7AFC4BD3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986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F5ED-5376-9194-5218-F281224F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E216D-8A28-0D79-1758-031E7D26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CC566-9FC0-7260-B028-79F2FEA0A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258DE-FD81-AD24-74F4-BC18AB3D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068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EA1B9-4455-EDDD-586B-5FD2E182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03539-78BD-B732-7FF6-1C915B33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CDDFD-6066-7044-63FF-A0DD570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989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E964-E015-340C-6390-E8401683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D431F-B078-9DDA-C9D5-0D999C221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BF7D2-F429-E41D-6911-57F10A38E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DA6D8-483C-E0E7-F241-CE768647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8129F-79D8-7729-8C6E-129331EE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A0A2C-F7BA-AD7F-449F-B4952837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154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2935-ABA6-C652-76E7-497CDE57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55257-D421-6D7C-B276-7E83DD54E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FC8B9-4569-30F3-CB6B-B40A0A656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E98FA-0E95-0752-1085-551A39E5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BFA6C-F110-4A97-37DE-9D92461D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E1CCF-2A4A-B50C-26DC-830B8313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660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BF2F-391E-614A-58AC-9B51BAD3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12D9B-3C2A-7B3E-B058-4CC239900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D5742-9343-CBE1-2BAF-FDA8771F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163B6-9C2D-95F4-6274-245E6654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1C1AA-2C9E-C1D0-CEC4-1654ABBC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833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EC4C4-222D-0C3F-2311-2323B6843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F8900-A618-1FAF-9E78-32C62F53D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542AA-1BFA-4B7C-98D9-085DB20A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B3319-E643-A699-F354-FAEBE150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B831C-3E28-1D01-220D-6271C843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210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62ED05-223A-06B3-05DB-FAD5E47D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1E742-95D3-C2D8-12E5-7C3BDED9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30AD-5DA8-2721-C8AA-39FAE831A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EF0C2-B2B8-4971-83B4-27D354EEC7B6}" type="datetimeFigureOut">
              <a:rPr lang="en-ID" smtClean="0"/>
              <a:t>12/12/2025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95050-601A-6575-5B25-7A30DD40F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21CC9-B617-F014-631D-D685E7AE3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F04A5-92C4-40F4-A8BC-3C1F02FC52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97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D05910-A482-A18B-B96B-08958CA0B8BD}"/>
              </a:ext>
            </a:extLst>
          </p:cNvPr>
          <p:cNvSpPr/>
          <p:nvPr/>
        </p:nvSpPr>
        <p:spPr>
          <a:xfrm>
            <a:off x="5826094" y="3627153"/>
            <a:ext cx="172275" cy="151217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B4C24-F657-58EB-AD8E-321B673FD3E0}"/>
              </a:ext>
            </a:extLst>
          </p:cNvPr>
          <p:cNvSpPr/>
          <p:nvPr/>
        </p:nvSpPr>
        <p:spPr>
          <a:xfrm>
            <a:off x="4344836" y="3627153"/>
            <a:ext cx="1414732" cy="15121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23395-FEDF-375E-9CF2-61F845015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260" y="3092825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 &amp; Editing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B9C00A-6091-C1BC-5509-5C48BB3F386D}"/>
              </a:ext>
            </a:extLst>
          </p:cNvPr>
          <p:cNvSpPr txBox="1">
            <a:spLocks/>
          </p:cNvSpPr>
          <p:nvPr/>
        </p:nvSpPr>
        <p:spPr>
          <a:xfrm>
            <a:off x="543463" y="3403119"/>
            <a:ext cx="9017479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0"/>
              </a:rPr>
              <a:t>Akuweli_</a:t>
            </a:r>
            <a:endParaRPr lang="en-ID" sz="1400" spc="600" dirty="0">
              <a:solidFill>
                <a:schemeClr val="tx1">
                  <a:lumMod val="75000"/>
                  <a:lumOff val="2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F355D-87EC-0C30-8765-2D7E08AC23B7}"/>
              </a:ext>
            </a:extLst>
          </p:cNvPr>
          <p:cNvSpPr/>
          <p:nvPr/>
        </p:nvSpPr>
        <p:spPr>
          <a:xfrm>
            <a:off x="0" y="-11684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D5423-63F2-E32D-0D33-B6F43F726891}"/>
              </a:ext>
            </a:extLst>
          </p:cNvPr>
          <p:cNvSpPr/>
          <p:nvPr/>
        </p:nvSpPr>
        <p:spPr>
          <a:xfrm>
            <a:off x="0" y="68580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42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5917-C4FF-FD37-C039-1DF5D42C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EDDFC8-1E72-0660-6C0F-5120D1DA74E7}"/>
              </a:ext>
            </a:extLst>
          </p:cNvPr>
          <p:cNvSpPr/>
          <p:nvPr/>
        </p:nvSpPr>
        <p:spPr>
          <a:xfrm>
            <a:off x="4959694" y="3280449"/>
            <a:ext cx="112144" cy="122670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A4061-C0F7-F9C2-1C31-061EA352F23F}"/>
              </a:ext>
            </a:extLst>
          </p:cNvPr>
          <p:cNvSpPr/>
          <p:nvPr/>
        </p:nvSpPr>
        <p:spPr>
          <a:xfrm>
            <a:off x="7243192" y="3280449"/>
            <a:ext cx="977900" cy="14855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C38E9-270E-6BAF-5CB8-2E8F1AD93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87560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355A97-EB05-B644-31C8-B7FA701CC0B2}"/>
              </a:ext>
            </a:extLst>
          </p:cNvPr>
          <p:cNvSpPr txBox="1">
            <a:spLocks/>
          </p:cNvSpPr>
          <p:nvPr/>
        </p:nvSpPr>
        <p:spPr>
          <a:xfrm>
            <a:off x="-1285337" y="3403119"/>
            <a:ext cx="9017479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spc="600" dirty="0">
                <a:solidFill>
                  <a:schemeClr val="bg1"/>
                </a:solidFill>
                <a:latin typeface="Montserrat SemiBold" pitchFamily="2" charset="0"/>
              </a:rPr>
              <a:t>Akuweli_</a:t>
            </a:r>
            <a:endParaRPr lang="en-ID" sz="1400" spc="6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43C74-E76F-9D96-6E59-FDB30A7D597E}"/>
              </a:ext>
            </a:extLst>
          </p:cNvPr>
          <p:cNvSpPr/>
          <p:nvPr/>
        </p:nvSpPr>
        <p:spPr>
          <a:xfrm>
            <a:off x="-25161" y="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5C409-FB0B-8244-E5EE-9BBACC8D6036}"/>
              </a:ext>
            </a:extLst>
          </p:cNvPr>
          <p:cNvSpPr/>
          <p:nvPr/>
        </p:nvSpPr>
        <p:spPr>
          <a:xfrm>
            <a:off x="-25161" y="56896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99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E9A80-AFAA-9B1D-6387-E6CB8025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B2B0B7-C4FD-56FC-61F6-A89D596ADC58}"/>
              </a:ext>
            </a:extLst>
          </p:cNvPr>
          <p:cNvSpPr/>
          <p:nvPr/>
        </p:nvSpPr>
        <p:spPr>
          <a:xfrm>
            <a:off x="1855470" y="3562582"/>
            <a:ext cx="8896350" cy="457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D3B415-F767-8317-7189-016792F6C586}"/>
              </a:ext>
            </a:extLst>
          </p:cNvPr>
          <p:cNvSpPr txBox="1">
            <a:spLocks/>
          </p:cNvSpPr>
          <p:nvPr/>
        </p:nvSpPr>
        <p:spPr>
          <a:xfrm>
            <a:off x="-5285837" y="3352336"/>
            <a:ext cx="9017479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spc="600" dirty="0">
                <a:solidFill>
                  <a:schemeClr val="bg1"/>
                </a:solidFill>
                <a:latin typeface="Montserrat SemiBold" pitchFamily="2" charset="0"/>
              </a:rPr>
              <a:t>Akuweli_</a:t>
            </a:r>
            <a:endParaRPr lang="en-ID" sz="1400" spc="6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8EA299-CB4D-1DF3-A2A5-05B55F2DAC82}"/>
              </a:ext>
            </a:extLst>
          </p:cNvPr>
          <p:cNvSpPr txBox="1">
            <a:spLocks/>
          </p:cNvSpPr>
          <p:nvPr/>
        </p:nvSpPr>
        <p:spPr>
          <a:xfrm>
            <a:off x="2554897" y="3562582"/>
            <a:ext cx="7497495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Montserrat SemiBold" pitchFamily="2" charset="0"/>
              </a:rPr>
              <a:t>Pre – production  •  Production •  Post – Production</a:t>
            </a:r>
            <a:endParaRPr lang="en-ID" sz="28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C76A0-D5F0-3434-C12A-A779E055D251}"/>
              </a:ext>
            </a:extLst>
          </p:cNvPr>
          <p:cNvSpPr/>
          <p:nvPr/>
        </p:nvSpPr>
        <p:spPr>
          <a:xfrm>
            <a:off x="4959694" y="3010897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9A44732-830B-CCB0-A113-0B1DA83F2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2818008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941B31-44D3-3553-DB40-1F0DB2EDF42C}"/>
              </a:ext>
            </a:extLst>
          </p:cNvPr>
          <p:cNvSpPr/>
          <p:nvPr/>
        </p:nvSpPr>
        <p:spPr>
          <a:xfrm>
            <a:off x="-25161" y="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0DDF4-163F-02E3-EC48-E7FF6D4DF243}"/>
              </a:ext>
            </a:extLst>
          </p:cNvPr>
          <p:cNvSpPr/>
          <p:nvPr/>
        </p:nvSpPr>
        <p:spPr>
          <a:xfrm>
            <a:off x="-25161" y="56896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3854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6844-940C-187D-8EAC-0048D1A4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D8271D-9AFC-FC8E-AD56-DA254309CB84}"/>
              </a:ext>
            </a:extLst>
          </p:cNvPr>
          <p:cNvSpPr/>
          <p:nvPr/>
        </p:nvSpPr>
        <p:spPr>
          <a:xfrm>
            <a:off x="1509623" y="2717321"/>
            <a:ext cx="9454551" cy="165627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297C4E-FD58-26B7-1A7B-74C97EFFE1BE}"/>
              </a:ext>
            </a:extLst>
          </p:cNvPr>
          <p:cNvSpPr txBox="1">
            <a:spLocks/>
          </p:cNvSpPr>
          <p:nvPr/>
        </p:nvSpPr>
        <p:spPr>
          <a:xfrm>
            <a:off x="2347252" y="1916042"/>
            <a:ext cx="7497495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GENRE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40740-3C6F-24F4-D99A-6A49622B93FF}"/>
              </a:ext>
            </a:extLst>
          </p:cNvPr>
          <p:cNvSpPr/>
          <p:nvPr/>
        </p:nvSpPr>
        <p:spPr>
          <a:xfrm>
            <a:off x="5235739" y="2095566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D62AC5C-8098-BAFB-4792-B570A509D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091" y="314372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033D54-4D8D-468A-CDDA-9EC267FAE958}"/>
              </a:ext>
            </a:extLst>
          </p:cNvPr>
          <p:cNvSpPr txBox="1">
            <a:spLocks/>
          </p:cNvSpPr>
          <p:nvPr/>
        </p:nvSpPr>
        <p:spPr>
          <a:xfrm>
            <a:off x="8665511" y="2284165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Misteri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Kriminal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Keluarga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Perang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0514BA-55AD-BFC0-3656-24712993BA01}"/>
              </a:ext>
            </a:extLst>
          </p:cNvPr>
          <p:cNvSpPr txBox="1">
            <a:spLocks/>
          </p:cNvSpPr>
          <p:nvPr/>
        </p:nvSpPr>
        <p:spPr>
          <a:xfrm>
            <a:off x="3794382" y="2599489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Superhero</a:t>
            </a:r>
          </a:p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Musical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Western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Noir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5A16C50-D9F9-AE6A-3A7C-02A7AA9A88E0}"/>
              </a:ext>
            </a:extLst>
          </p:cNvPr>
          <p:cNvSpPr txBox="1">
            <a:spLocks/>
          </p:cNvSpPr>
          <p:nvPr/>
        </p:nvSpPr>
        <p:spPr>
          <a:xfrm>
            <a:off x="5797189" y="2629969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Petualangan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Thriller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bg1"/>
                </a:solidFill>
                <a:latin typeface="Montserrat" pitchFamily="2" charset="0"/>
              </a:rPr>
              <a:t>Animasi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Fiksi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Ilmiah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 (Sci-Fi)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2CAA3E-AD9E-E97C-DD95-8059F47F414D}"/>
              </a:ext>
            </a:extLst>
          </p:cNvPr>
          <p:cNvSpPr txBox="1">
            <a:spLocks/>
          </p:cNvSpPr>
          <p:nvPr/>
        </p:nvSpPr>
        <p:spPr>
          <a:xfrm>
            <a:off x="1850318" y="2584248"/>
            <a:ext cx="1944064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Komedi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Drama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Horor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Romantis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B70B6FD-4154-3098-4EAA-44FB74BB163B}"/>
              </a:ext>
            </a:extLst>
          </p:cNvPr>
          <p:cNvSpPr txBox="1">
            <a:spLocks/>
          </p:cNvSpPr>
          <p:nvPr/>
        </p:nvSpPr>
        <p:spPr>
          <a:xfrm>
            <a:off x="8665511" y="2836615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Dokumenter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9932A5C-20A1-B5E2-DB76-7156B2CC9D37}"/>
              </a:ext>
            </a:extLst>
          </p:cNvPr>
          <p:cNvSpPr txBox="1">
            <a:spLocks/>
          </p:cNvSpPr>
          <p:nvPr/>
        </p:nvSpPr>
        <p:spPr>
          <a:xfrm>
            <a:off x="3794382" y="2326439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Biografi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4F98B2-D4DE-06BA-07C2-8EA383CFCC73}"/>
              </a:ext>
            </a:extLst>
          </p:cNvPr>
          <p:cNvSpPr txBox="1">
            <a:spLocks/>
          </p:cNvSpPr>
          <p:nvPr/>
        </p:nvSpPr>
        <p:spPr>
          <a:xfrm>
            <a:off x="5797188" y="2762305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 err="1">
                <a:solidFill>
                  <a:schemeClr val="bg1"/>
                </a:solidFill>
                <a:latin typeface="Montserrat" pitchFamily="2" charset="0"/>
              </a:rPr>
              <a:t>Fantasi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4F8F582-0397-8BC4-D9F5-26D8A517B5B1}"/>
              </a:ext>
            </a:extLst>
          </p:cNvPr>
          <p:cNvSpPr txBox="1">
            <a:spLocks/>
          </p:cNvSpPr>
          <p:nvPr/>
        </p:nvSpPr>
        <p:spPr>
          <a:xfrm>
            <a:off x="1850318" y="2038148"/>
            <a:ext cx="1944064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Aksi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01A7DB-3441-FC78-375C-9178E5DDE6EC}"/>
              </a:ext>
            </a:extLst>
          </p:cNvPr>
          <p:cNvSpPr/>
          <p:nvPr/>
        </p:nvSpPr>
        <p:spPr>
          <a:xfrm>
            <a:off x="-25161" y="-1185465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E083D5-D1AD-BB42-19A1-09EF17FCDC29}"/>
              </a:ext>
            </a:extLst>
          </p:cNvPr>
          <p:cNvSpPr/>
          <p:nvPr/>
        </p:nvSpPr>
        <p:spPr>
          <a:xfrm>
            <a:off x="0" y="687992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01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7B85-0C4A-0C75-CB9E-BD2670FB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8C0AF4-C1C6-42EA-6B25-3723FC70E2E2}"/>
              </a:ext>
            </a:extLst>
          </p:cNvPr>
          <p:cNvSpPr/>
          <p:nvPr/>
        </p:nvSpPr>
        <p:spPr>
          <a:xfrm>
            <a:off x="1509623" y="3299460"/>
            <a:ext cx="9454551" cy="5343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67B1C1-4DAF-FDF8-D4F7-1B1BF391EE80}"/>
              </a:ext>
            </a:extLst>
          </p:cNvPr>
          <p:cNvSpPr txBox="1">
            <a:spLocks/>
          </p:cNvSpPr>
          <p:nvPr/>
        </p:nvSpPr>
        <p:spPr>
          <a:xfrm>
            <a:off x="2347252" y="1916042"/>
            <a:ext cx="7497495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GENRE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F33A9F-3DC8-6C5B-924C-2526BD7FE19A}"/>
              </a:ext>
            </a:extLst>
          </p:cNvPr>
          <p:cNvSpPr/>
          <p:nvPr/>
        </p:nvSpPr>
        <p:spPr>
          <a:xfrm>
            <a:off x="5235739" y="2095566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D2B25E-D33A-0D8A-5B5F-D2935A20C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B4DF734-BDBB-C1C3-C14B-EB2D7AB81237}"/>
              </a:ext>
            </a:extLst>
          </p:cNvPr>
          <p:cNvSpPr txBox="1">
            <a:spLocks/>
          </p:cNvSpPr>
          <p:nvPr/>
        </p:nvSpPr>
        <p:spPr>
          <a:xfrm>
            <a:off x="8033051" y="2287068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Dokumenter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9D8FDC0-A1FD-38B3-3F01-4A38943F9B23}"/>
              </a:ext>
            </a:extLst>
          </p:cNvPr>
          <p:cNvSpPr txBox="1">
            <a:spLocks/>
          </p:cNvSpPr>
          <p:nvPr/>
        </p:nvSpPr>
        <p:spPr>
          <a:xfrm>
            <a:off x="4183002" y="2591599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Biografi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3180556-F222-D616-5E14-CF49714C30B5}"/>
              </a:ext>
            </a:extLst>
          </p:cNvPr>
          <p:cNvSpPr txBox="1">
            <a:spLocks/>
          </p:cNvSpPr>
          <p:nvPr/>
        </p:nvSpPr>
        <p:spPr>
          <a:xfrm>
            <a:off x="6185809" y="2754851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Fantasi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638745A7-AED0-ED67-1163-564D129BEEB5}"/>
              </a:ext>
            </a:extLst>
          </p:cNvPr>
          <p:cNvSpPr txBox="1">
            <a:spLocks/>
          </p:cNvSpPr>
          <p:nvPr/>
        </p:nvSpPr>
        <p:spPr>
          <a:xfrm>
            <a:off x="2238938" y="2587152"/>
            <a:ext cx="1944064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Aksi</a:t>
            </a:r>
          </a:p>
        </p:txBody>
      </p:sp>
    </p:spTree>
    <p:extLst>
      <p:ext uri="{BB962C8B-B14F-4D97-AF65-F5344CB8AC3E}">
        <p14:creationId xmlns:p14="http://schemas.microsoft.com/office/powerpoint/2010/main" val="99168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208C-4E65-A826-25CA-60A44870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EF0017-B174-87F9-446D-1CCC4DFDB74D}"/>
              </a:ext>
            </a:extLst>
          </p:cNvPr>
          <p:cNvSpPr/>
          <p:nvPr/>
        </p:nvSpPr>
        <p:spPr>
          <a:xfrm>
            <a:off x="4529842" y="2314067"/>
            <a:ext cx="3339301" cy="22377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544D3A-71E6-BD9B-CA25-2571817B67F4}"/>
              </a:ext>
            </a:extLst>
          </p:cNvPr>
          <p:cNvSpPr txBox="1">
            <a:spLocks/>
          </p:cNvSpPr>
          <p:nvPr/>
        </p:nvSpPr>
        <p:spPr>
          <a:xfrm>
            <a:off x="1650760" y="2397969"/>
            <a:ext cx="7497495" cy="2062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Cerita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Script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E7A37-44F7-395A-EAC4-DC9F819B810D}"/>
              </a:ext>
            </a:extLst>
          </p:cNvPr>
          <p:cNvSpPr/>
          <p:nvPr/>
        </p:nvSpPr>
        <p:spPr>
          <a:xfrm>
            <a:off x="1350999" y="3371227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706F120-2F22-5610-1857-6DC5E230C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51F3D88-8CE3-0BB1-FE6D-8E146C0D3113}"/>
              </a:ext>
            </a:extLst>
          </p:cNvPr>
          <p:cNvSpPr txBox="1">
            <a:spLocks/>
          </p:cNvSpPr>
          <p:nvPr/>
        </p:nvSpPr>
        <p:spPr>
          <a:xfrm>
            <a:off x="4732477" y="1693346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 Development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FF954E2-0490-5CA6-F5D6-0772C6546CAF}"/>
              </a:ext>
            </a:extLst>
          </p:cNvPr>
          <p:cNvSpPr txBox="1">
            <a:spLocks/>
          </p:cNvSpPr>
          <p:nvPr/>
        </p:nvSpPr>
        <p:spPr>
          <a:xfrm>
            <a:off x="4732477" y="2621273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Shot List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F7936F9-92A0-C12F-DE25-1B04C6FD3C93}"/>
              </a:ext>
            </a:extLst>
          </p:cNvPr>
          <p:cNvSpPr txBox="1">
            <a:spLocks/>
          </p:cNvSpPr>
          <p:nvPr/>
        </p:nvSpPr>
        <p:spPr>
          <a:xfrm>
            <a:off x="4732477" y="3098952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Storyboard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32068C9-1C4D-C8C5-D81D-67A722D341D3}"/>
              </a:ext>
            </a:extLst>
          </p:cNvPr>
          <p:cNvSpPr txBox="1">
            <a:spLocks/>
          </p:cNvSpPr>
          <p:nvPr/>
        </p:nvSpPr>
        <p:spPr>
          <a:xfrm>
            <a:off x="4732477" y="2293513"/>
            <a:ext cx="2841062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1662048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958E-A61F-FA2A-DF97-82E54E80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E48E52-9CD1-5BB5-172F-A4E88FB10BDF}"/>
              </a:ext>
            </a:extLst>
          </p:cNvPr>
          <p:cNvSpPr/>
          <p:nvPr/>
        </p:nvSpPr>
        <p:spPr>
          <a:xfrm>
            <a:off x="3378097" y="1167447"/>
            <a:ext cx="8480528" cy="44840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B6600A-5155-E587-28E0-B3AB8F1F330C}"/>
              </a:ext>
            </a:extLst>
          </p:cNvPr>
          <p:cNvSpPr txBox="1">
            <a:spLocks/>
          </p:cNvSpPr>
          <p:nvPr/>
        </p:nvSpPr>
        <p:spPr>
          <a:xfrm>
            <a:off x="1650760" y="2397969"/>
            <a:ext cx="7497495" cy="2062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Cerita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Script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D41B157-64B3-AA2A-436A-758E0DBB5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9C4D0A2-ACFF-1AEF-917C-1D5A44CC82E8}"/>
              </a:ext>
            </a:extLst>
          </p:cNvPr>
          <p:cNvSpPr txBox="1">
            <a:spLocks/>
          </p:cNvSpPr>
          <p:nvPr/>
        </p:nvSpPr>
        <p:spPr>
          <a:xfrm>
            <a:off x="3732352" y="305041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 Development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CAAEFA7-70AE-17EB-9930-11DF47A83E29}"/>
              </a:ext>
            </a:extLst>
          </p:cNvPr>
          <p:cNvSpPr txBox="1">
            <a:spLocks/>
          </p:cNvSpPr>
          <p:nvPr/>
        </p:nvSpPr>
        <p:spPr>
          <a:xfrm>
            <a:off x="-58479" y="612945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Shot List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5F41778-432C-6909-A82E-A3751A0C5CA8}"/>
              </a:ext>
            </a:extLst>
          </p:cNvPr>
          <p:cNvSpPr txBox="1">
            <a:spLocks/>
          </p:cNvSpPr>
          <p:nvPr/>
        </p:nvSpPr>
        <p:spPr>
          <a:xfrm>
            <a:off x="-2074916" y="782732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Storyboard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3EA3AA5-60ED-B063-DF48-A140539A4AF1}"/>
              </a:ext>
            </a:extLst>
          </p:cNvPr>
          <p:cNvSpPr txBox="1">
            <a:spLocks/>
          </p:cNvSpPr>
          <p:nvPr/>
        </p:nvSpPr>
        <p:spPr>
          <a:xfrm>
            <a:off x="1711165" y="628735"/>
            <a:ext cx="2841062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Script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AB54BB-BAD8-012A-D7C7-80B2E681EC17}"/>
              </a:ext>
            </a:extLst>
          </p:cNvPr>
          <p:cNvSpPr/>
          <p:nvPr/>
        </p:nvSpPr>
        <p:spPr>
          <a:xfrm>
            <a:off x="1350999" y="3371227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15997A-88B3-3CBB-3E3D-F40399550CF2}"/>
              </a:ext>
            </a:extLst>
          </p:cNvPr>
          <p:cNvSpPr txBox="1">
            <a:spLocks/>
          </p:cNvSpPr>
          <p:nvPr/>
        </p:nvSpPr>
        <p:spPr>
          <a:xfrm>
            <a:off x="3737715" y="1802728"/>
            <a:ext cx="8120909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-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Pesan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ingin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 di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sampaikan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  &gt;  </a:t>
            </a:r>
            <a:r>
              <a:rPr lang="en-US" sz="1400" b="1" dirty="0" err="1">
                <a:solidFill>
                  <a:schemeClr val="accent4"/>
                </a:solidFill>
                <a:latin typeface="Montserrat" pitchFamily="2" charset="0"/>
              </a:rPr>
              <a:t>Premis</a:t>
            </a:r>
            <a:r>
              <a:rPr lang="en-US" sz="1400" b="1" dirty="0">
                <a:solidFill>
                  <a:schemeClr val="accent4"/>
                </a:solidFill>
                <a:latin typeface="Montserrat" pitchFamily="2" charset="0"/>
              </a:rPr>
              <a:t>  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&gt;  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Sinopsis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   &gt;  Outline &amp;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Struktur</a:t>
            </a:r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itchFamily="2" charset="0"/>
              </a:rPr>
              <a:t>Naratif</a:t>
            </a:r>
            <a:endParaRPr lang="en-ID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22B0A0-73DE-00AE-3C58-86F2DE8B9E9C}"/>
              </a:ext>
            </a:extLst>
          </p:cNvPr>
          <p:cNvCxnSpPr>
            <a:cxnSpLocks/>
          </p:cNvCxnSpPr>
          <p:nvPr/>
        </p:nvCxnSpPr>
        <p:spPr>
          <a:xfrm>
            <a:off x="7295077" y="2304013"/>
            <a:ext cx="0" cy="1696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A6B2150-61F4-3D92-F4BE-3DB3F1175759}"/>
              </a:ext>
            </a:extLst>
          </p:cNvPr>
          <p:cNvSpPr txBox="1">
            <a:spLocks/>
          </p:cNvSpPr>
          <p:nvPr/>
        </p:nvSpPr>
        <p:spPr>
          <a:xfrm>
            <a:off x="5677788" y="2388850"/>
            <a:ext cx="4716566" cy="534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 i="1" dirty="0">
                <a:solidFill>
                  <a:srgbClr val="00B0F0"/>
                </a:solidFill>
                <a:latin typeface="Montserrat" pitchFamily="2" charset="0"/>
              </a:rPr>
              <a:t>Character</a:t>
            </a:r>
            <a:r>
              <a:rPr lang="en-US" sz="1400" b="1" i="1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1400" b="1" i="1" dirty="0">
                <a:solidFill>
                  <a:schemeClr val="bg1"/>
                </a:solidFill>
                <a:latin typeface="Montserrat" pitchFamily="2" charset="0"/>
              </a:rPr>
              <a:t>+</a:t>
            </a:r>
            <a:r>
              <a:rPr lang="en-US" sz="1400" b="1" i="1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1400" b="1" i="1" dirty="0">
                <a:solidFill>
                  <a:srgbClr val="00B050"/>
                </a:solidFill>
                <a:latin typeface="Montserrat" pitchFamily="2" charset="0"/>
              </a:rPr>
              <a:t>Purpose</a:t>
            </a:r>
            <a:r>
              <a:rPr lang="en-US" sz="1400" b="1" i="1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1400" b="1" i="1" dirty="0">
                <a:solidFill>
                  <a:schemeClr val="bg1"/>
                </a:solidFill>
                <a:latin typeface="Montserrat" pitchFamily="2" charset="0"/>
              </a:rPr>
              <a:t>+</a:t>
            </a:r>
            <a:r>
              <a:rPr lang="en-US" sz="1400" b="1" i="1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1400" b="1" i="1" dirty="0">
                <a:solidFill>
                  <a:srgbClr val="FF0000"/>
                </a:solidFill>
                <a:latin typeface="Montserrat" pitchFamily="2" charset="0"/>
              </a:rPr>
              <a:t>Problem</a:t>
            </a:r>
            <a:endParaRPr lang="en-ID" sz="1400" b="1" i="1" dirty="0">
              <a:solidFill>
                <a:srgbClr val="FF0000"/>
              </a:solidFill>
              <a:latin typeface="Montserrat" pitchFamily="2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CD66C0-969B-89BE-1E40-38AAB76A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81" t="29861" r="53516" b="55417"/>
          <a:stretch>
            <a:fillRect/>
          </a:stretch>
        </p:blipFill>
        <p:spPr>
          <a:xfrm>
            <a:off x="4341613" y="3756879"/>
            <a:ext cx="6553495" cy="153293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A451177-688E-DF37-53A9-57BC0F567891}"/>
              </a:ext>
            </a:extLst>
          </p:cNvPr>
          <p:cNvSpPr txBox="1">
            <a:spLocks/>
          </p:cNvSpPr>
          <p:nvPr/>
        </p:nvSpPr>
        <p:spPr>
          <a:xfrm>
            <a:off x="4289838" y="2147494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1800" b="1" i="1" dirty="0" err="1">
                <a:solidFill>
                  <a:schemeClr val="bg1"/>
                </a:solidFill>
                <a:latin typeface="Montserrat" pitchFamily="2" charset="0"/>
              </a:rPr>
              <a:t>Contoh</a:t>
            </a:r>
            <a:r>
              <a:rPr lang="en-US" altLang="en-US" sz="1800" b="1" i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US" altLang="en-US" sz="1800" b="1" i="1" dirty="0" err="1">
                <a:solidFill>
                  <a:schemeClr val="bg1"/>
                </a:solidFill>
                <a:latin typeface="Montserrat" pitchFamily="2" charset="0"/>
              </a:rPr>
              <a:t>Premis</a:t>
            </a:r>
            <a:r>
              <a:rPr lang="en-US" altLang="en-US" sz="1800" b="1" i="1" dirty="0">
                <a:solidFill>
                  <a:schemeClr val="bg1"/>
                </a:solidFill>
                <a:latin typeface="Montserrat" pitchFamily="2" charset="0"/>
              </a:rPr>
              <a:t> :</a:t>
            </a:r>
            <a:endParaRPr kumimoji="0" lang="en-US" altLang="en-US" sz="18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2C24B1-5750-6562-EB15-3D86718315C8}"/>
              </a:ext>
            </a:extLst>
          </p:cNvPr>
          <p:cNvCxnSpPr>
            <a:cxnSpLocks/>
          </p:cNvCxnSpPr>
          <p:nvPr/>
        </p:nvCxnSpPr>
        <p:spPr>
          <a:xfrm>
            <a:off x="8763000" y="4051300"/>
            <a:ext cx="172402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12CCEA-D813-2F3D-B447-E264D585185B}"/>
              </a:ext>
            </a:extLst>
          </p:cNvPr>
          <p:cNvCxnSpPr>
            <a:cxnSpLocks/>
          </p:cNvCxnSpPr>
          <p:nvPr/>
        </p:nvCxnSpPr>
        <p:spPr>
          <a:xfrm>
            <a:off x="5876606" y="4279900"/>
            <a:ext cx="467074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0EC6DA-2753-ED04-A1BB-20E5DEE2DF09}"/>
              </a:ext>
            </a:extLst>
          </p:cNvPr>
          <p:cNvCxnSpPr>
            <a:cxnSpLocks/>
          </p:cNvCxnSpPr>
          <p:nvPr/>
        </p:nvCxnSpPr>
        <p:spPr>
          <a:xfrm>
            <a:off x="5327650" y="4514850"/>
            <a:ext cx="49431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9500C1-F649-D37C-21E2-85C5BE1A88E2}"/>
              </a:ext>
            </a:extLst>
          </p:cNvPr>
          <p:cNvCxnSpPr>
            <a:cxnSpLocks/>
          </p:cNvCxnSpPr>
          <p:nvPr/>
        </p:nvCxnSpPr>
        <p:spPr>
          <a:xfrm>
            <a:off x="4477511" y="4514850"/>
            <a:ext cx="85013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6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522A-F810-B328-F531-4D55AF5F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F0FDF-E12B-9743-6F20-1ACB8E9531BA}"/>
              </a:ext>
            </a:extLst>
          </p:cNvPr>
          <p:cNvSpPr/>
          <p:nvPr/>
        </p:nvSpPr>
        <p:spPr>
          <a:xfrm>
            <a:off x="3378097" y="1167446"/>
            <a:ext cx="8480528" cy="52905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FF9A7C-9038-E183-98B0-AD75B0E96E36}"/>
              </a:ext>
            </a:extLst>
          </p:cNvPr>
          <p:cNvSpPr txBox="1">
            <a:spLocks/>
          </p:cNvSpPr>
          <p:nvPr/>
        </p:nvSpPr>
        <p:spPr>
          <a:xfrm>
            <a:off x="1650760" y="2397969"/>
            <a:ext cx="7497495" cy="2062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Cerita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Script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830FFC-A532-586E-7763-A779680984BB}"/>
              </a:ext>
            </a:extLst>
          </p:cNvPr>
          <p:cNvSpPr/>
          <p:nvPr/>
        </p:nvSpPr>
        <p:spPr>
          <a:xfrm>
            <a:off x="1350999" y="3371227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6DB7E25-E2DE-6623-F291-DAF0D6777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9201EF4-35CA-2F78-1BB7-C060E385A059}"/>
              </a:ext>
            </a:extLst>
          </p:cNvPr>
          <p:cNvSpPr txBox="1">
            <a:spLocks/>
          </p:cNvSpPr>
          <p:nvPr/>
        </p:nvSpPr>
        <p:spPr>
          <a:xfrm>
            <a:off x="7270411" y="305041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rPr>
              <a:t>Story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9A0E821-CA53-B24A-8A25-04F23C8EA74E}"/>
              </a:ext>
            </a:extLst>
          </p:cNvPr>
          <p:cNvSpPr txBox="1">
            <a:spLocks/>
          </p:cNvSpPr>
          <p:nvPr/>
        </p:nvSpPr>
        <p:spPr>
          <a:xfrm>
            <a:off x="1407071" y="605124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Shot List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67992F-C651-1E65-7376-5EA038467683}"/>
              </a:ext>
            </a:extLst>
          </p:cNvPr>
          <p:cNvSpPr txBox="1">
            <a:spLocks/>
          </p:cNvSpPr>
          <p:nvPr/>
        </p:nvSpPr>
        <p:spPr>
          <a:xfrm>
            <a:off x="1237325" y="787708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Storyboard</a:t>
            </a:r>
          </a:p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64A7832F-4E31-C627-4C98-A58624366159}"/>
              </a:ext>
            </a:extLst>
          </p:cNvPr>
          <p:cNvSpPr txBox="1">
            <a:spLocks/>
          </p:cNvSpPr>
          <p:nvPr/>
        </p:nvSpPr>
        <p:spPr>
          <a:xfrm>
            <a:off x="3682308" y="628735"/>
            <a:ext cx="2841062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AF7ED-B62A-A379-9737-32A272FDC9C5}"/>
              </a:ext>
            </a:extLst>
          </p:cNvPr>
          <p:cNvSpPr txBox="1"/>
          <p:nvPr/>
        </p:nvSpPr>
        <p:spPr>
          <a:xfrm>
            <a:off x="4643643" y="2000858"/>
            <a:ext cx="67085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>
                <a:solidFill>
                  <a:srgbClr val="00B05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INT. </a:t>
            </a:r>
            <a:r>
              <a:rPr lang="en-ID" sz="1100" dirty="0">
                <a:solidFill>
                  <a:srgbClr val="00B0F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KAMAR JONATHAN 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— </a:t>
            </a:r>
            <a:r>
              <a:rPr lang="en-ID" sz="1100" dirty="0">
                <a:solidFill>
                  <a:srgbClr val="FFFF0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PAGI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Suasana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sunyi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 Cahaya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pagi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masuk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lembut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melalui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tirai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yang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setengah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terbuka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  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JONATHAN (30an),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fotografer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yang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terlihat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lelah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oleh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rutinitas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duduk di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tepi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tempat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tidur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sambil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meraih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rokok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rgbClr val="FF000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            JONATHAN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(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menghela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napas,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setengah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menguap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)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…(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menggerutu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) Capek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banget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ya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…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Tiba-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tiba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sebuah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suara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lembut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namun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tegas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mengisi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ruangan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            </a:t>
            </a:r>
            <a:r>
              <a:rPr lang="en-ID" sz="1100" dirty="0">
                <a:solidFill>
                  <a:srgbClr val="FF0000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SORE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(O.S.)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Hai,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aku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Sore.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Jonathan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menoleh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terkejut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mencari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asal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suara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            JONATHAN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    (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bingung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)</a:t>
            </a: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         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Siapa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…?</a:t>
            </a:r>
          </a:p>
          <a:p>
            <a:endParaRPr lang="en-ID" sz="1100" dirty="0">
              <a:solidFill>
                <a:schemeClr val="bg1"/>
              </a:solidFill>
              <a:latin typeface="LiSu" panose="02010509060101010101" pitchFamily="49" charset="-122"/>
              <a:ea typeface="LiSu" panose="02010509060101010101" pitchFamily="49" charset="-122"/>
            </a:endParaRPr>
          </a:p>
          <a:p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SORE (30an),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berdiri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di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ujung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kasur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—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penampilan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rapi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tenang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,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namun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ada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misteri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 di </a:t>
            </a:r>
            <a:r>
              <a:rPr lang="en-ID" sz="1100" dirty="0" err="1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matanya</a:t>
            </a:r>
            <a:r>
              <a:rPr lang="en-ID" sz="1100" dirty="0">
                <a:solidFill>
                  <a:schemeClr val="bg1"/>
                </a:solidFill>
                <a:latin typeface="LiSu" panose="02010509060101010101" pitchFamily="49" charset="-122"/>
                <a:ea typeface="LiSu" panose="020105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4959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7FD5-029C-0646-0606-E787F962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C130AE-8DCA-E5A7-282E-478026074C83}"/>
              </a:ext>
            </a:extLst>
          </p:cNvPr>
          <p:cNvSpPr/>
          <p:nvPr/>
        </p:nvSpPr>
        <p:spPr>
          <a:xfrm>
            <a:off x="3378097" y="1167446"/>
            <a:ext cx="8583748" cy="46455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9AEA58-038A-3C4B-7E24-C8803D7D136F}"/>
              </a:ext>
            </a:extLst>
          </p:cNvPr>
          <p:cNvSpPr txBox="1">
            <a:spLocks/>
          </p:cNvSpPr>
          <p:nvPr/>
        </p:nvSpPr>
        <p:spPr>
          <a:xfrm>
            <a:off x="1650760" y="2397969"/>
            <a:ext cx="7497495" cy="2062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Cerita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Script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ADE858-9819-0FC9-16E1-9FC1FA94E344}"/>
              </a:ext>
            </a:extLst>
          </p:cNvPr>
          <p:cNvSpPr/>
          <p:nvPr/>
        </p:nvSpPr>
        <p:spPr>
          <a:xfrm>
            <a:off x="1350999" y="3371227"/>
            <a:ext cx="112144" cy="12267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8D1A4D9-B3C0-41B1-45D1-88C81C27E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0492171-A241-ECC9-CBB0-F7B79E14225C}"/>
              </a:ext>
            </a:extLst>
          </p:cNvPr>
          <p:cNvSpPr txBox="1">
            <a:spLocks/>
          </p:cNvSpPr>
          <p:nvPr/>
        </p:nvSpPr>
        <p:spPr>
          <a:xfrm>
            <a:off x="5656402" y="305041"/>
            <a:ext cx="3639696" cy="251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rPr>
              <a:t>Story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781D271-CAF2-3605-AB27-7F0781A62FA0}"/>
              </a:ext>
            </a:extLst>
          </p:cNvPr>
          <p:cNvSpPr txBox="1">
            <a:spLocks/>
          </p:cNvSpPr>
          <p:nvPr/>
        </p:nvSpPr>
        <p:spPr>
          <a:xfrm>
            <a:off x="3737696" y="605124"/>
            <a:ext cx="2002807" cy="1916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Shot List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4B5748-337E-946B-B7F9-ABA6E1E0C291}"/>
              </a:ext>
            </a:extLst>
          </p:cNvPr>
          <p:cNvSpPr txBox="1">
            <a:spLocks/>
          </p:cNvSpPr>
          <p:nvPr/>
        </p:nvSpPr>
        <p:spPr>
          <a:xfrm>
            <a:off x="-150866" y="782732"/>
            <a:ext cx="3162629" cy="184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Storyboard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0CE348-4FC6-AA5E-855F-C69870228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36391"/>
              </p:ext>
            </p:extLst>
          </p:nvPr>
        </p:nvGraphicFramePr>
        <p:xfrm>
          <a:off x="3860583" y="1884784"/>
          <a:ext cx="7774690" cy="3554963"/>
        </p:xfrm>
        <a:graphic>
          <a:graphicData uri="http://schemas.openxmlformats.org/drawingml/2006/table">
            <a:tbl>
              <a:tblPr/>
              <a:tblGrid>
                <a:gridCol w="311447">
                  <a:extLst>
                    <a:ext uri="{9D8B030D-6E8A-4147-A177-3AD203B41FA5}">
                      <a16:colId xmlns:a16="http://schemas.microsoft.com/office/drawing/2014/main" val="1575951099"/>
                    </a:ext>
                  </a:extLst>
                </a:gridCol>
                <a:gridCol w="2798429">
                  <a:extLst>
                    <a:ext uri="{9D8B030D-6E8A-4147-A177-3AD203B41FA5}">
                      <a16:colId xmlns:a16="http://schemas.microsoft.com/office/drawing/2014/main" val="772968793"/>
                    </a:ext>
                  </a:extLst>
                </a:gridCol>
                <a:gridCol w="1554938">
                  <a:extLst>
                    <a:ext uri="{9D8B030D-6E8A-4147-A177-3AD203B41FA5}">
                      <a16:colId xmlns:a16="http://schemas.microsoft.com/office/drawing/2014/main" val="3180554333"/>
                    </a:ext>
                  </a:extLst>
                </a:gridCol>
                <a:gridCol w="1554938">
                  <a:extLst>
                    <a:ext uri="{9D8B030D-6E8A-4147-A177-3AD203B41FA5}">
                      <a16:colId xmlns:a16="http://schemas.microsoft.com/office/drawing/2014/main" val="1037017214"/>
                    </a:ext>
                  </a:extLst>
                </a:gridCol>
                <a:gridCol w="1554938">
                  <a:extLst>
                    <a:ext uri="{9D8B030D-6E8A-4147-A177-3AD203B41FA5}">
                      <a16:colId xmlns:a16="http://schemas.microsoft.com/office/drawing/2014/main" val="4173267461"/>
                    </a:ext>
                  </a:extLst>
                </a:gridCol>
              </a:tblGrid>
              <a:tr h="402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1" dirty="0">
                          <a:latin typeface="Montserrat Medium" pitchFamily="2" charset="0"/>
                        </a:rPr>
                        <a:t>No.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1" dirty="0" err="1">
                          <a:latin typeface="Montserrat Medium" pitchFamily="2" charset="0"/>
                        </a:rPr>
                        <a:t>Deskripsi</a:t>
                      </a:r>
                      <a:r>
                        <a:rPr lang="en-ID" sz="1050" b="1" dirty="0">
                          <a:latin typeface="Montserrat Medium" pitchFamily="2" charset="0"/>
                        </a:rPr>
                        <a:t> Shot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1" dirty="0">
                          <a:latin typeface="Montserrat Medium" pitchFamily="2" charset="0"/>
                        </a:rPr>
                        <a:t>Jenis Shot / Kamera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1" dirty="0">
                          <a:latin typeface="Montserrat Medium" pitchFamily="2" charset="0"/>
                        </a:rPr>
                        <a:t>Lokasi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1" dirty="0">
                          <a:latin typeface="Montserrat Medium" pitchFamily="2" charset="0"/>
                        </a:rPr>
                        <a:t> Tujuan / </a:t>
                      </a:r>
                      <a:r>
                        <a:rPr lang="en-ID" sz="1050" b="1" dirty="0" err="1">
                          <a:latin typeface="Montserrat Medium" pitchFamily="2" charset="0"/>
                        </a:rPr>
                        <a:t>Fokus</a:t>
                      </a:r>
                      <a:r>
                        <a:rPr lang="en-ID" sz="1050" b="1" dirty="0">
                          <a:latin typeface="Montserrat Medium" pitchFamily="2" charset="0"/>
                        </a:rPr>
                        <a:t> Visual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04734"/>
                  </a:ext>
                </a:extLst>
              </a:tr>
              <a:tr h="77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1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dirty="0" err="1">
                          <a:latin typeface="Montserrat Medium" pitchFamily="2" charset="0"/>
                        </a:rPr>
                        <a:t>Eksterior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rumah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Jonathan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pagi</a:t>
                      </a:r>
                      <a:endParaRPr lang="en-ID" sz="1050" b="0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i="1">
                          <a:latin typeface="Montserrat Medium" pitchFamily="2" charset="0"/>
                        </a:rPr>
                        <a:t>Wide shot exterior</a:t>
                      </a:r>
                      <a:endParaRPr lang="en-ID" sz="1050" b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050" b="0" dirty="0">
                          <a:latin typeface="Montserrat Medium" pitchFamily="2" charset="0"/>
                        </a:rPr>
                        <a:t>Depan rumah/bangunan rumah Jonathan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Menetapkan setting lingkungan rumah tokoh utama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30019"/>
                  </a:ext>
                </a:extLst>
              </a:tr>
              <a:tr h="402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2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latin typeface="Montserrat Medium" pitchFamily="2" charset="0"/>
                        </a:rPr>
                        <a:t>Jonathan </a:t>
                      </a:r>
                      <a:r>
                        <a:rPr lang="en-US" sz="1050" b="0" dirty="0" err="1">
                          <a:latin typeface="Montserrat Medium" pitchFamily="2" charset="0"/>
                        </a:rPr>
                        <a:t>tidur</a:t>
                      </a:r>
                      <a:endParaRPr lang="en-ID" sz="1050" b="0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i="1" dirty="0">
                          <a:latin typeface="Montserrat Medium" pitchFamily="2" charset="0"/>
                        </a:rPr>
                        <a:t>Tracking</a:t>
                      </a:r>
                      <a:endParaRPr lang="en-ID" sz="1050" b="0" i="1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050" b="0" dirty="0">
                          <a:latin typeface="Montserrat Medium" pitchFamily="2" charset="0"/>
                        </a:rPr>
                        <a:t>Kamar Jonathan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 err="1">
                          <a:latin typeface="Montserrat Medium" pitchFamily="2" charset="0"/>
                        </a:rPr>
                        <a:t>Memberitahu</a:t>
                      </a:r>
                      <a:r>
                        <a:rPr lang="en-US" sz="1050" b="0" dirty="0">
                          <a:latin typeface="Montserrat Medium" pitchFamily="2" charset="0"/>
                        </a:rPr>
                        <a:t> Keadaan </a:t>
                      </a:r>
                      <a:r>
                        <a:rPr lang="en-US" sz="1050" b="0" dirty="0" err="1">
                          <a:latin typeface="Montserrat Medium" pitchFamily="2" charset="0"/>
                        </a:rPr>
                        <a:t>karakter</a:t>
                      </a:r>
                      <a:endParaRPr lang="en-ID" sz="1050" b="0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242297"/>
                  </a:ext>
                </a:extLst>
              </a:tr>
              <a:tr h="587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3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050" b="0">
                          <a:latin typeface="Montserrat Medium" pitchFamily="2" charset="0"/>
                        </a:rPr>
                        <a:t>Jonathan bangun di tempat tidur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i="1">
                          <a:latin typeface="Montserrat Medium" pitchFamily="2" charset="0"/>
                        </a:rPr>
                        <a:t>Mid shot</a:t>
                      </a:r>
                      <a:endParaRPr lang="en-ID" sz="1050" b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KAMAR Tidur Jonathan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dirty="0" err="1">
                          <a:latin typeface="Montserrat Medium" pitchFamily="2" charset="0"/>
                        </a:rPr>
                        <a:t>Memperkenalkan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karakter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dan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suasana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ruang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pribadinya</a:t>
                      </a:r>
                      <a:endParaRPr lang="en-ID" sz="1050" b="0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41953"/>
                  </a:ext>
                </a:extLst>
              </a:tr>
              <a:tr h="402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4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Detail tangan meraih rokok di meja samping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i="1">
                          <a:latin typeface="Montserrat Medium" pitchFamily="2" charset="0"/>
                        </a:rPr>
                        <a:t>Close-up</a:t>
                      </a:r>
                      <a:endParaRPr lang="en-ID" sz="1050" b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050" b="0">
                          <a:latin typeface="Montserrat Medium" pitchFamily="2" charset="0"/>
                        </a:rPr>
                        <a:t>Meja samping tempat tidur (Kamar)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Menekankan kebiasaan karakter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683045"/>
                  </a:ext>
                </a:extLst>
              </a:tr>
              <a:tr h="402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dirty="0">
                          <a:latin typeface="Montserrat Medium" pitchFamily="2" charset="0"/>
                        </a:rPr>
                        <a:t>5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Suara misterius muncul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i="1">
                          <a:latin typeface="Montserrat Medium" pitchFamily="2" charset="0"/>
                        </a:rPr>
                        <a:t>Over the shoulder (OTS)</a:t>
                      </a:r>
                      <a:endParaRPr lang="en-ID" sz="1050" b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Kamar Tidur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Momen kejutan sebelum Sore muncul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28313"/>
                  </a:ext>
                </a:extLst>
              </a:tr>
              <a:tr h="587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6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050" b="0" dirty="0">
                          <a:latin typeface="Montserrat Medium" pitchFamily="2" charset="0"/>
                        </a:rPr>
                        <a:t>Sore berdiri di ujung tempat tidur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i="1">
                          <a:latin typeface="Montserrat Medium" pitchFamily="2" charset="0"/>
                        </a:rPr>
                        <a:t>Medium shot</a:t>
                      </a:r>
                      <a:endParaRPr lang="en-ID" sz="1050" b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>
                          <a:latin typeface="Montserrat Medium" pitchFamily="2" charset="0"/>
                        </a:rPr>
                        <a:t>Kamar Tidur Jonathan</a:t>
                      </a: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b="0" dirty="0" err="1">
                          <a:latin typeface="Montserrat Medium" pitchFamily="2" charset="0"/>
                        </a:rPr>
                        <a:t>Memperkenalkan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karakter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Sore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secara</a:t>
                      </a:r>
                      <a:r>
                        <a:rPr lang="en-ID" sz="1050" b="0" dirty="0">
                          <a:latin typeface="Montserrat Medium" pitchFamily="2" charset="0"/>
                        </a:rPr>
                        <a:t> </a:t>
                      </a:r>
                      <a:r>
                        <a:rPr lang="en-ID" sz="1050" b="0" dirty="0" err="1">
                          <a:latin typeface="Montserrat Medium" pitchFamily="2" charset="0"/>
                        </a:rPr>
                        <a:t>penuh</a:t>
                      </a:r>
                      <a:endParaRPr lang="en-ID" sz="1050" b="0" dirty="0">
                        <a:latin typeface="Montserrat Medium" pitchFamily="2" charset="0"/>
                      </a:endParaRPr>
                    </a:p>
                  </a:txBody>
                  <a:tcPr marL="27716" marR="27716" marT="13858" marB="138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767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1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AC12-36A2-2E5F-5472-40D495CF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1CF543-D12C-E441-7395-E83496DD3E2D}"/>
              </a:ext>
            </a:extLst>
          </p:cNvPr>
          <p:cNvSpPr/>
          <p:nvPr/>
        </p:nvSpPr>
        <p:spPr>
          <a:xfrm>
            <a:off x="3378097" y="1167446"/>
            <a:ext cx="6766028" cy="51190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DC469D-70BA-E81D-465A-EA3FB06F81A5}"/>
              </a:ext>
            </a:extLst>
          </p:cNvPr>
          <p:cNvSpPr/>
          <p:nvPr/>
        </p:nvSpPr>
        <p:spPr>
          <a:xfrm>
            <a:off x="-3765653" y="7150652"/>
            <a:ext cx="6766028" cy="47526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60C785-6AE2-E118-497C-E353935C060C}"/>
              </a:ext>
            </a:extLst>
          </p:cNvPr>
          <p:cNvSpPr/>
          <p:nvPr/>
        </p:nvSpPr>
        <p:spPr>
          <a:xfrm>
            <a:off x="3378097" y="7150652"/>
            <a:ext cx="6766028" cy="51190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01E685-AA66-8B27-1551-2D575BD2C02A}"/>
              </a:ext>
            </a:extLst>
          </p:cNvPr>
          <p:cNvSpPr txBox="1">
            <a:spLocks/>
          </p:cNvSpPr>
          <p:nvPr/>
        </p:nvSpPr>
        <p:spPr>
          <a:xfrm>
            <a:off x="1650760" y="2397969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Cerita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 </a:t>
            </a: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Script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A69073-E05E-53FB-B291-CE588A02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760" y="305041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E180C7F-751D-7065-8F36-748A420D3495}"/>
              </a:ext>
            </a:extLst>
          </p:cNvPr>
          <p:cNvSpPr txBox="1">
            <a:spLocks/>
          </p:cNvSpPr>
          <p:nvPr/>
        </p:nvSpPr>
        <p:spPr>
          <a:xfrm>
            <a:off x="7270411" y="305041"/>
            <a:ext cx="3639696" cy="251677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rPr>
              <a:t>Story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879ECBD-CF26-C687-0DF8-3969B4571A1A}"/>
              </a:ext>
            </a:extLst>
          </p:cNvPr>
          <p:cNvSpPr txBox="1">
            <a:spLocks/>
          </p:cNvSpPr>
          <p:nvPr/>
        </p:nvSpPr>
        <p:spPr>
          <a:xfrm>
            <a:off x="3654253" y="782732"/>
            <a:ext cx="3162629" cy="18488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0"/>
              </a:rPr>
              <a:t>Storyboard</a:t>
            </a:r>
          </a:p>
          <a:p>
            <a:pPr marL="514350" lvl="0" indent="-514350" algn="l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C24CC8-E366-CAD8-EEFA-BD045D0DCB17}"/>
              </a:ext>
            </a:extLst>
          </p:cNvPr>
          <p:cNvSpPr/>
          <p:nvPr/>
        </p:nvSpPr>
        <p:spPr>
          <a:xfrm>
            <a:off x="1350999" y="3371227"/>
            <a:ext cx="112144" cy="1226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Storyboard: Definisi, Tujuan, dan Cara Membuatnya - Jobstreet Indonesia">
            <a:extLst>
              <a:ext uri="{FF2B5EF4-FFF2-40B4-BE49-F238E27FC236}">
                <a16:creationId xmlns:a16="http://schemas.microsoft.com/office/drawing/2014/main" id="{ED30EA2E-8625-6A45-9453-720187094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677" y="1895475"/>
            <a:ext cx="5254409" cy="402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077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4937F-BEAF-B04C-7613-60CB189C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CF59BC-A647-C689-C094-EFF9C29346EC}"/>
              </a:ext>
            </a:extLst>
          </p:cNvPr>
          <p:cNvSpPr/>
          <p:nvPr/>
        </p:nvSpPr>
        <p:spPr>
          <a:xfrm>
            <a:off x="3216828" y="1242717"/>
            <a:ext cx="2968016" cy="1484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535F5-126D-D2C4-E248-4757DD72A834}"/>
              </a:ext>
            </a:extLst>
          </p:cNvPr>
          <p:cNvSpPr/>
          <p:nvPr/>
        </p:nvSpPr>
        <p:spPr>
          <a:xfrm>
            <a:off x="806371" y="2333939"/>
            <a:ext cx="2237632" cy="16782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1B455F-C622-CC09-A3D4-C03F49D299B4}"/>
              </a:ext>
            </a:extLst>
          </p:cNvPr>
          <p:cNvSpPr txBox="1">
            <a:spLocks/>
          </p:cNvSpPr>
          <p:nvPr/>
        </p:nvSpPr>
        <p:spPr>
          <a:xfrm>
            <a:off x="4126577" y="2437418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Komposisi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</a:p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Rasio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4FD24EA-C11E-EFC0-1F8E-7A68A16B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1323" y="3200938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FA450-D05D-3B00-469A-0C91E58EC598}"/>
              </a:ext>
            </a:extLst>
          </p:cNvPr>
          <p:cNvSpPr/>
          <p:nvPr/>
        </p:nvSpPr>
        <p:spPr>
          <a:xfrm>
            <a:off x="1683934" y="4168597"/>
            <a:ext cx="2968016" cy="16695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D5663-A21A-8192-18FC-FD0E3740FE0A}"/>
              </a:ext>
            </a:extLst>
          </p:cNvPr>
          <p:cNvSpPr/>
          <p:nvPr/>
        </p:nvSpPr>
        <p:spPr>
          <a:xfrm>
            <a:off x="3208749" y="2883159"/>
            <a:ext cx="917828" cy="112900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2FE91-4DDC-C419-1DC0-819F55A854EA}"/>
              </a:ext>
            </a:extLst>
          </p:cNvPr>
          <p:cNvSpPr/>
          <p:nvPr/>
        </p:nvSpPr>
        <p:spPr>
          <a:xfrm>
            <a:off x="0" y="-11684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C354D-EE10-D043-25B7-6207893AC73E}"/>
              </a:ext>
            </a:extLst>
          </p:cNvPr>
          <p:cNvSpPr/>
          <p:nvPr/>
        </p:nvSpPr>
        <p:spPr>
          <a:xfrm>
            <a:off x="0" y="68580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970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720A-BF8E-A228-63C5-F4E4DEE1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CB01B8-C2F4-D57A-CF3F-B3C86D257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06077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42A6473-C3F8-562D-43BF-7FE96FC29E21}"/>
              </a:ext>
            </a:extLst>
          </p:cNvPr>
          <p:cNvSpPr txBox="1">
            <a:spLocks/>
          </p:cNvSpPr>
          <p:nvPr/>
        </p:nvSpPr>
        <p:spPr>
          <a:xfrm>
            <a:off x="1091277" y="2437418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Komposisi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</a:p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Rasio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5BA802A-07A7-1789-C80C-40948B557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3898" y="3200938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27061-8B87-3559-2485-4A53F51C3368}"/>
              </a:ext>
            </a:extLst>
          </p:cNvPr>
          <p:cNvSpPr/>
          <p:nvPr/>
        </p:nvSpPr>
        <p:spPr>
          <a:xfrm>
            <a:off x="751299" y="3398381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9483F7-12D3-F360-2F0B-D5308CF7D7D8}"/>
              </a:ext>
            </a:extLst>
          </p:cNvPr>
          <p:cNvSpPr/>
          <p:nvPr/>
        </p:nvSpPr>
        <p:spPr>
          <a:xfrm>
            <a:off x="0" y="-11684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313FE4-20D7-0589-161B-4184388B82E4}"/>
              </a:ext>
            </a:extLst>
          </p:cNvPr>
          <p:cNvSpPr/>
          <p:nvPr/>
        </p:nvSpPr>
        <p:spPr>
          <a:xfrm>
            <a:off x="0" y="68580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F076A0-E869-B599-B412-986BAE615822}"/>
              </a:ext>
            </a:extLst>
          </p:cNvPr>
          <p:cNvSpPr txBox="1">
            <a:spLocks/>
          </p:cNvSpPr>
          <p:nvPr/>
        </p:nvSpPr>
        <p:spPr>
          <a:xfrm>
            <a:off x="5667021" y="2367350"/>
            <a:ext cx="894996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9:16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133D122-2BFA-4867-46B4-361BC3147A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8140" y="1234440"/>
            <a:ext cx="678180" cy="563880"/>
          </a:xfrm>
          <a:prstGeom prst="curvedConnector3">
            <a:avLst/>
          </a:prstGeom>
          <a:ln w="19050">
            <a:solidFill>
              <a:schemeClr val="accent2"/>
            </a:solidFill>
            <a:headEnd w="med" len="lg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CBFF9E3-EA4D-235F-27C8-33D4C3BCD77E}"/>
              </a:ext>
            </a:extLst>
          </p:cNvPr>
          <p:cNvSpPr txBox="1">
            <a:spLocks/>
          </p:cNvSpPr>
          <p:nvPr/>
        </p:nvSpPr>
        <p:spPr>
          <a:xfrm>
            <a:off x="1605779" y="981658"/>
            <a:ext cx="9017479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2"/>
                </a:solidFill>
                <a:latin typeface="Montserrat Light" pitchFamily="2" charset="0"/>
              </a:rPr>
              <a:t>Rule of Third</a:t>
            </a:r>
            <a:endParaRPr lang="en-ID" sz="2800" b="1" dirty="0">
              <a:solidFill>
                <a:schemeClr val="accent2"/>
              </a:solidFill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63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60B1-D831-97D0-1011-992B3FD3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4E3203-4810-1875-284E-C0818130D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49790"/>
              </p:ext>
            </p:extLst>
          </p:nvPr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736FC89-6FD8-8297-B98A-6FE0325808E7}"/>
              </a:ext>
            </a:extLst>
          </p:cNvPr>
          <p:cNvSpPr txBox="1">
            <a:spLocks/>
          </p:cNvSpPr>
          <p:nvPr/>
        </p:nvSpPr>
        <p:spPr>
          <a:xfrm>
            <a:off x="1091277" y="258437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Komposisi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</a:p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Rasio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F9339A4-F36B-4C20-4C97-18F8E2FC3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3898" y="5257220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CEA32E-BA4E-84B6-45EE-9FAA06EB6D70}"/>
              </a:ext>
            </a:extLst>
          </p:cNvPr>
          <p:cNvSpPr/>
          <p:nvPr/>
        </p:nvSpPr>
        <p:spPr>
          <a:xfrm>
            <a:off x="751299" y="1219748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5F5CC-D414-E883-06AB-073B2B46DBD5}"/>
              </a:ext>
            </a:extLst>
          </p:cNvPr>
          <p:cNvSpPr/>
          <p:nvPr/>
        </p:nvSpPr>
        <p:spPr>
          <a:xfrm>
            <a:off x="239" y="-82259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E6968-1307-F11A-501A-48E6D20B0A59}"/>
              </a:ext>
            </a:extLst>
          </p:cNvPr>
          <p:cNvSpPr/>
          <p:nvPr/>
        </p:nvSpPr>
        <p:spPr>
          <a:xfrm>
            <a:off x="239" y="6424662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4581-1ECD-7A44-AAD3-55E7516E1043}"/>
              </a:ext>
            </a:extLst>
          </p:cNvPr>
          <p:cNvSpPr txBox="1">
            <a:spLocks/>
          </p:cNvSpPr>
          <p:nvPr/>
        </p:nvSpPr>
        <p:spPr>
          <a:xfrm>
            <a:off x="5757951" y="2372569"/>
            <a:ext cx="676098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1:2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632AC-A887-3CA9-2363-73702016AB00}"/>
              </a:ext>
            </a:extLst>
          </p:cNvPr>
          <p:cNvSpPr/>
          <p:nvPr/>
        </p:nvSpPr>
        <p:spPr>
          <a:xfrm>
            <a:off x="1219200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7C4D28-C2F5-A1CF-7992-691785B5D845}"/>
              </a:ext>
            </a:extLst>
          </p:cNvPr>
          <p:cNvSpPr/>
          <p:nvPr/>
        </p:nvSpPr>
        <p:spPr>
          <a:xfrm>
            <a:off x="-219815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4096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9816-C83C-3F65-7703-A7410DAB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EAE605-928A-BF76-C8CF-42D8C1C4D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62820"/>
              </p:ext>
            </p:extLst>
          </p:nvPr>
        </p:nvGraphicFramePr>
        <p:xfrm>
          <a:off x="1276472" y="0"/>
          <a:ext cx="9115146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382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3038382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3038382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7497F0D-4F78-1891-DF6E-FD55B5455EA7}"/>
              </a:ext>
            </a:extLst>
          </p:cNvPr>
          <p:cNvSpPr txBox="1">
            <a:spLocks/>
          </p:cNvSpPr>
          <p:nvPr/>
        </p:nvSpPr>
        <p:spPr>
          <a:xfrm>
            <a:off x="4978682" y="102417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Komposisi</a:t>
            </a:r>
          </a:p>
          <a:p>
            <a:pPr algn="l"/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</a:p>
          <a:p>
            <a:pPr algn="l"/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Rasio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F70D95-B9AD-5F87-29E5-C10946BD3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305" y="558376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10EEC-B4BE-9073-5CA8-2914475A0B20}"/>
              </a:ext>
            </a:extLst>
          </p:cNvPr>
          <p:cNvSpPr/>
          <p:nvPr/>
        </p:nvSpPr>
        <p:spPr>
          <a:xfrm>
            <a:off x="4729157" y="1063380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99711-ECA4-11B6-7BAB-FDFCD2B7954A}"/>
              </a:ext>
            </a:extLst>
          </p:cNvPr>
          <p:cNvSpPr/>
          <p:nvPr/>
        </p:nvSpPr>
        <p:spPr>
          <a:xfrm>
            <a:off x="239" y="-1154352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61DD9-7BBC-896E-F817-62BC129B5AE5}"/>
              </a:ext>
            </a:extLst>
          </p:cNvPr>
          <p:cNvSpPr/>
          <p:nvPr/>
        </p:nvSpPr>
        <p:spPr>
          <a:xfrm>
            <a:off x="239" y="686886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C382592-70F3-04F0-D6A8-AD4C43531482}"/>
              </a:ext>
            </a:extLst>
          </p:cNvPr>
          <p:cNvSpPr txBox="1">
            <a:spLocks/>
          </p:cNvSpPr>
          <p:nvPr/>
        </p:nvSpPr>
        <p:spPr>
          <a:xfrm>
            <a:off x="5549129" y="2367350"/>
            <a:ext cx="1270771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3:4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9E7CE-B3FF-9A8B-9EAE-51C4971FD7FC}"/>
              </a:ext>
            </a:extLst>
          </p:cNvPr>
          <p:cNvSpPr/>
          <p:nvPr/>
        </p:nvSpPr>
        <p:spPr>
          <a:xfrm>
            <a:off x="10391617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2228F-8189-A542-1072-1F6D30453D08}"/>
              </a:ext>
            </a:extLst>
          </p:cNvPr>
          <p:cNvSpPr/>
          <p:nvPr/>
        </p:nvSpPr>
        <p:spPr>
          <a:xfrm>
            <a:off x="-910348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78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8FA9-250A-0937-F760-58738A42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1F6175-AD6A-BB5F-0EC3-F317CD57B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430404"/>
              </p:ext>
            </p:extLst>
          </p:nvPr>
        </p:nvGraphicFramePr>
        <p:xfrm>
          <a:off x="-1690" y="0"/>
          <a:ext cx="12193689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563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563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563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FBD9E584-8045-12DD-38C8-F72046715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1213" y="5412282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392E57-595C-745D-3C6B-26AB21018E81}"/>
              </a:ext>
            </a:extLst>
          </p:cNvPr>
          <p:cNvSpPr txBox="1">
            <a:spLocks/>
          </p:cNvSpPr>
          <p:nvPr/>
        </p:nvSpPr>
        <p:spPr>
          <a:xfrm>
            <a:off x="990882" y="102417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Komposisi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</a:p>
          <a:p>
            <a:pPr algn="l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Rasio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67433E-05AE-5467-59CA-30BF5D5B1A40}"/>
              </a:ext>
            </a:extLst>
          </p:cNvPr>
          <p:cNvSpPr/>
          <p:nvPr/>
        </p:nvSpPr>
        <p:spPr>
          <a:xfrm>
            <a:off x="741357" y="1063380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15F73F-E8C4-57FF-2491-3747A8DCD3FF}"/>
              </a:ext>
            </a:extLst>
          </p:cNvPr>
          <p:cNvSpPr/>
          <p:nvPr/>
        </p:nvSpPr>
        <p:spPr>
          <a:xfrm>
            <a:off x="239" y="-1154352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41CD5-7C3B-C5A8-24B8-D25B83E90D2E}"/>
              </a:ext>
            </a:extLst>
          </p:cNvPr>
          <p:cNvSpPr/>
          <p:nvPr/>
        </p:nvSpPr>
        <p:spPr>
          <a:xfrm>
            <a:off x="239" y="686886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F3997-72B3-8FCE-4671-3F6E5D4B304C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1F7C9-9BDA-22C2-60A5-EBBA1FBB3C4A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DE66E51-463A-D8BB-6BD5-74C9F5BB5A9A}"/>
              </a:ext>
            </a:extLst>
          </p:cNvPr>
          <p:cNvSpPr/>
          <p:nvPr/>
        </p:nvSpPr>
        <p:spPr>
          <a:xfrm>
            <a:off x="8131234" y="1840"/>
            <a:ext cx="4051300" cy="226109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EE64B76-182A-2CB2-A652-E6A9A8584F38}"/>
              </a:ext>
            </a:extLst>
          </p:cNvPr>
          <p:cNvSpPr/>
          <p:nvPr/>
        </p:nvSpPr>
        <p:spPr>
          <a:xfrm rot="10800000">
            <a:off x="4070469" y="1840"/>
            <a:ext cx="4051300" cy="2261092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FB6216D-2450-D7E1-A6F3-9835DF9F30BD}"/>
              </a:ext>
            </a:extLst>
          </p:cNvPr>
          <p:cNvSpPr txBox="1">
            <a:spLocks/>
          </p:cNvSpPr>
          <p:nvPr/>
        </p:nvSpPr>
        <p:spPr>
          <a:xfrm>
            <a:off x="4198962" y="1777254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Diagonal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29C3B2A-4E5E-FDE5-C24B-D4813DEFF371}"/>
              </a:ext>
            </a:extLst>
          </p:cNvPr>
          <p:cNvSpPr txBox="1">
            <a:spLocks/>
          </p:cNvSpPr>
          <p:nvPr/>
        </p:nvSpPr>
        <p:spPr>
          <a:xfrm>
            <a:off x="8199651" y="-10860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Pyramid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3C04E0-CF4A-1C0A-47D9-B0A8C208CC19}"/>
              </a:ext>
            </a:extLst>
          </p:cNvPr>
          <p:cNvSpPr/>
          <p:nvPr/>
        </p:nvSpPr>
        <p:spPr>
          <a:xfrm>
            <a:off x="820705" y="2397969"/>
            <a:ext cx="2186160" cy="20620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786A8BF-F840-B646-80D0-3DA7DA0EE8C4}"/>
              </a:ext>
            </a:extLst>
          </p:cNvPr>
          <p:cNvSpPr txBox="1">
            <a:spLocks/>
          </p:cNvSpPr>
          <p:nvPr/>
        </p:nvSpPr>
        <p:spPr>
          <a:xfrm>
            <a:off x="2822179" y="4050463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Circular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E559548-A8A8-C285-16C0-2E1C4E9D7DAA}"/>
              </a:ext>
            </a:extLst>
          </p:cNvPr>
          <p:cNvCxnSpPr/>
          <p:nvPr/>
        </p:nvCxnSpPr>
        <p:spPr>
          <a:xfrm>
            <a:off x="4273420" y="2537927"/>
            <a:ext cx="3601617" cy="1779700"/>
          </a:xfrm>
          <a:prstGeom prst="bentConnector3">
            <a:avLst>
              <a:gd name="adj1" fmla="val 0"/>
            </a:avLst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D190E7AD-49C7-1064-21E1-ED4EA7F05670}"/>
              </a:ext>
            </a:extLst>
          </p:cNvPr>
          <p:cNvSpPr txBox="1">
            <a:spLocks/>
          </p:cNvSpPr>
          <p:nvPr/>
        </p:nvSpPr>
        <p:spPr>
          <a:xfrm>
            <a:off x="6869886" y="2397971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L - Shape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4BE344-1940-98A8-E5BB-DFC4FA8A3C03}"/>
              </a:ext>
            </a:extLst>
          </p:cNvPr>
          <p:cNvCxnSpPr>
            <a:cxnSpLocks/>
          </p:cNvCxnSpPr>
          <p:nvPr/>
        </p:nvCxnSpPr>
        <p:spPr>
          <a:xfrm>
            <a:off x="8172450" y="2311582"/>
            <a:ext cx="3971925" cy="222231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B2AC53-1D04-7A7F-08FB-AEFC6A96E8AC}"/>
              </a:ext>
            </a:extLst>
          </p:cNvPr>
          <p:cNvCxnSpPr>
            <a:cxnSpLocks/>
          </p:cNvCxnSpPr>
          <p:nvPr/>
        </p:nvCxnSpPr>
        <p:spPr>
          <a:xfrm flipH="1">
            <a:off x="8172450" y="2349321"/>
            <a:ext cx="3965097" cy="2184579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51129A8-2886-54FB-8811-71E808443136}"/>
              </a:ext>
            </a:extLst>
          </p:cNvPr>
          <p:cNvCxnSpPr>
            <a:cxnSpLocks/>
          </p:cNvCxnSpPr>
          <p:nvPr/>
        </p:nvCxnSpPr>
        <p:spPr>
          <a:xfrm flipH="1">
            <a:off x="8191500" y="3435260"/>
            <a:ext cx="393789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06A9B18-3C8C-D124-10FA-B5DB00838F7F}"/>
              </a:ext>
            </a:extLst>
          </p:cNvPr>
          <p:cNvCxnSpPr>
            <a:cxnSpLocks/>
          </p:cNvCxnSpPr>
          <p:nvPr/>
        </p:nvCxnSpPr>
        <p:spPr>
          <a:xfrm>
            <a:off x="10179050" y="2311582"/>
            <a:ext cx="0" cy="222231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1">
            <a:extLst>
              <a:ext uri="{FF2B5EF4-FFF2-40B4-BE49-F238E27FC236}">
                <a16:creationId xmlns:a16="http://schemas.microsoft.com/office/drawing/2014/main" id="{7D17D827-7F9A-ED80-43A1-852D26D853D7}"/>
              </a:ext>
            </a:extLst>
          </p:cNvPr>
          <p:cNvSpPr txBox="1">
            <a:spLocks/>
          </p:cNvSpPr>
          <p:nvPr/>
        </p:nvSpPr>
        <p:spPr>
          <a:xfrm>
            <a:off x="11276947" y="2963924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Radial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1F14324-D310-0CC1-1FFB-BCD54660DE8E}"/>
              </a:ext>
            </a:extLst>
          </p:cNvPr>
          <p:cNvSpPr/>
          <p:nvPr/>
        </p:nvSpPr>
        <p:spPr>
          <a:xfrm rot="10800000">
            <a:off x="0" y="4582859"/>
            <a:ext cx="4051300" cy="226109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B3140377-DED0-F59F-E2E0-0EE46CFA8A8C}"/>
              </a:ext>
            </a:extLst>
          </p:cNvPr>
          <p:cNvSpPr txBox="1">
            <a:spLocks/>
          </p:cNvSpPr>
          <p:nvPr/>
        </p:nvSpPr>
        <p:spPr>
          <a:xfrm>
            <a:off x="2657904" y="6372899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V - Shape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558C0D6-E22C-9118-A81B-91FA70BAE4A0}"/>
              </a:ext>
            </a:extLst>
          </p:cNvPr>
          <p:cNvCxnSpPr>
            <a:cxnSpLocks/>
          </p:cNvCxnSpPr>
          <p:nvPr/>
        </p:nvCxnSpPr>
        <p:spPr>
          <a:xfrm>
            <a:off x="4198962" y="5502056"/>
            <a:ext cx="3676075" cy="0"/>
          </a:xfrm>
          <a:prstGeom prst="line">
            <a:avLst/>
          </a:prstGeom>
          <a:ln w="698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1">
            <a:extLst>
              <a:ext uri="{FF2B5EF4-FFF2-40B4-BE49-F238E27FC236}">
                <a16:creationId xmlns:a16="http://schemas.microsoft.com/office/drawing/2014/main" id="{CEB77DE4-33C8-C072-94BE-6E9CD710E3B5}"/>
              </a:ext>
            </a:extLst>
          </p:cNvPr>
          <p:cNvSpPr txBox="1">
            <a:spLocks/>
          </p:cNvSpPr>
          <p:nvPr/>
        </p:nvSpPr>
        <p:spPr>
          <a:xfrm>
            <a:off x="5787721" y="5884994"/>
            <a:ext cx="2010302" cy="5343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Line</a:t>
            </a:r>
            <a:endParaRPr lang="en-ID" sz="16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537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24BF-CD49-028A-8B2B-05FD5950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9FFBA1F-A427-4C70-F0D3-4D3A0A99C55A}"/>
              </a:ext>
            </a:extLst>
          </p:cNvPr>
          <p:cNvSpPr txBox="1">
            <a:spLocks/>
          </p:cNvSpPr>
          <p:nvPr/>
        </p:nvSpPr>
        <p:spPr>
          <a:xfrm>
            <a:off x="1219482" y="2164129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dan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endParaRPr lang="en-ID" sz="280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EE5350-4307-6BF8-FE9A-11AEB44B9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57710" y="3959026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D1D2B-FB2D-3B80-5FA6-AA2EDCA105FB}"/>
              </a:ext>
            </a:extLst>
          </p:cNvPr>
          <p:cNvSpPr/>
          <p:nvPr/>
        </p:nvSpPr>
        <p:spPr>
          <a:xfrm>
            <a:off x="931857" y="3125440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FF28D-642C-90D0-1F1A-F2B0D0FB69CE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82DDD-4644-B7C6-15A9-F5B551603587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5FA1A-31CE-EC06-9ECC-0B3D2EC90C53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62E11-D140-4626-218D-194EFA0EBC56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31333A-B975-CE50-72D1-B10268FFA518}"/>
              </a:ext>
            </a:extLst>
          </p:cNvPr>
          <p:cNvGrpSpPr/>
          <p:nvPr/>
        </p:nvGrpSpPr>
        <p:grpSpPr>
          <a:xfrm>
            <a:off x="7450911" y="2600991"/>
            <a:ext cx="791996" cy="1656018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1CDCA7-F301-6A78-61C9-8947C08A5EAA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A1A200-CBDA-458F-6770-D18ADD7FE546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AF2033D-5482-B757-AC78-D4E974E9ACCF}"/>
              </a:ext>
            </a:extLst>
          </p:cNvPr>
          <p:cNvSpPr/>
          <p:nvPr/>
        </p:nvSpPr>
        <p:spPr>
          <a:xfrm rot="5400000">
            <a:off x="9155366" y="2797884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653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EF63-95D5-0579-43F9-B800475F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2CBC24-F63E-5868-C9C6-F18A374D1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27014"/>
              </p:ext>
            </p:extLst>
          </p:nvPr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0C12F10D-918F-6873-47CE-2D9E4B1DFB8C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Extreme Long Shot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DA0657-272C-DECD-D388-25B433B6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1DE623-D13F-E805-B0CC-A9EDED0805EF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606EB-123D-8863-C63C-F1C16E392A29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4A3D3-9EBB-CBAB-0027-FDCD6B10A7A4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531ADA-9F01-DBBF-D6AB-855B715ACF45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D5F8C-7EFD-9B0D-2A0E-166714651BC7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96A8B7-02C1-B889-3E2E-EF775BCD973B}"/>
              </a:ext>
            </a:extLst>
          </p:cNvPr>
          <p:cNvGrpSpPr/>
          <p:nvPr/>
        </p:nvGrpSpPr>
        <p:grpSpPr>
          <a:xfrm>
            <a:off x="5870556" y="2903113"/>
            <a:ext cx="450888" cy="942781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F94201-2BF4-C7F5-6A8A-8B221BEE81A5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436DC0A-113A-C287-BBF0-19F463F4FD5E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9DCCD76-259C-BA4E-5FBA-6E14AFAF543C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412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206C-1DCA-6841-432B-71ED4C83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3EA94FE-E198-A90F-A37A-4DB6733093F7}"/>
              </a:ext>
            </a:extLst>
          </p:cNvPr>
          <p:cNvGrpSpPr/>
          <p:nvPr/>
        </p:nvGrpSpPr>
        <p:grpSpPr>
          <a:xfrm>
            <a:off x="5559983" y="2261054"/>
            <a:ext cx="1072273" cy="2242061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67F440-EFCB-3079-B702-6FA15FA6C560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4968426-E7F1-83A3-2B6E-2509AF346E27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D15A64-F079-E4F3-50ED-7D6252EBD43B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F908A6B-B2B9-A65C-DF7C-842819F1BDE1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Long Shot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FBBCA76-0198-7604-2533-5F633F2B3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2C35D7-8206-670B-64A2-A5722C76BCB1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0F5F7-B899-BEB6-774E-D5E79EEB28FF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33434-F74F-CAB3-6E43-54C8C40F862F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86024-FDEB-EF83-E307-ABA26188836C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E27FB9-4908-718E-5AEC-84F658E73CC4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29DF9B14-44F7-5352-6768-76A598784F0A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5665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6347-2232-F866-01D1-C7B76186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971B1A4-01B5-27E3-771B-1D4F3280EC12}"/>
              </a:ext>
            </a:extLst>
          </p:cNvPr>
          <p:cNvGrpSpPr/>
          <p:nvPr/>
        </p:nvGrpSpPr>
        <p:grpSpPr>
          <a:xfrm>
            <a:off x="4829388" y="1262727"/>
            <a:ext cx="2533464" cy="5297318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9348B3-B58D-8495-103D-222B85F59DDD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52A01B-F491-A1DB-C8DC-8D19EB709B71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269A2F-98EE-530B-D4F3-4A186FE672C5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BA3369C-6C31-CFE9-8207-58F4E5477F36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Medium Long Shot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34E5BBC-E484-F38D-D914-D9A1AD713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D80020-280E-FEC8-1544-23A9BC05B83F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486B9-2C44-D3AA-6D5C-3DE9B99150A4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714C1-BE21-CA3D-1B3C-920D903360B8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B407E-4C01-3BA0-A47B-A0DF659CB7E2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2C9BD97-BFF6-4286-7748-C236BC683C10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184D8B-CE22-3719-2822-CFCF5FD23A3B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9403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921B-8652-186E-4951-64F22442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EACDC20-10C9-0242-E9AB-BE66D35710C1}"/>
              </a:ext>
            </a:extLst>
          </p:cNvPr>
          <p:cNvGrpSpPr/>
          <p:nvPr/>
        </p:nvGrpSpPr>
        <p:grpSpPr>
          <a:xfrm>
            <a:off x="4096373" y="1093583"/>
            <a:ext cx="4000287" cy="8364355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FAA33CC-CE8A-6431-4F25-FF726078F123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FD7F7EA-9083-A5F1-879D-B5CB4C6F02D1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27A7DC-9DCA-0563-6D8D-ABD95B940B4B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3539D85-344E-42AF-CFA7-D4FB6CB788A7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Medium Shot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0BE41F-6035-7854-BA4A-0F323B052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A96E3-C8F0-083D-FEDD-50D7D13C35CC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61972-AF94-0141-5799-6A0598254854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88FA8-8B79-F01C-9640-EB9F2190742E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3B03E-FA52-B28B-7AF8-C3F7194D35FA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3B1C7E-C1D6-4DF0-F679-A24FD022935C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F1BAC-D1A4-27A2-0289-49A014A34D9C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084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8568-B088-9AD9-3A1F-4D305478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671B3E9-8A32-37B1-BDFA-DBEBE1B76210}"/>
              </a:ext>
            </a:extLst>
          </p:cNvPr>
          <p:cNvGrpSpPr/>
          <p:nvPr/>
        </p:nvGrpSpPr>
        <p:grpSpPr>
          <a:xfrm>
            <a:off x="2857808" y="1121990"/>
            <a:ext cx="6342418" cy="13584392"/>
            <a:chOff x="8142493" y="1608863"/>
            <a:chExt cx="1730808" cy="361901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F591CA3-EBDB-4919-E218-60E47999347B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B005382-DEDB-0425-86B1-1B4FBE8503C7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FD807E-C99D-9C67-ADE2-28E3FF805AB4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A9BA02F-838D-DB44-F4AB-2248F80CC6AE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Close Up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5EEFA1-7FC9-4989-524F-B0D0A258C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C3D9A7-AFD6-29ED-B3BD-0A69C21E6DC9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2B6A7-0971-FF03-D25D-0AFB2D0273D6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97B1F7-A3EB-1D18-5B2F-E9379995069E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CD915-1C97-B0FE-4E04-70544992DAD8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978F564-3F29-0991-D20D-4BA988C3D2F8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D73A3-1169-DC26-2021-F56759994E73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851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6A48D-36BF-645F-B96B-09E2AF73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C0A724E-532A-96B9-B908-00675E173579}"/>
              </a:ext>
            </a:extLst>
          </p:cNvPr>
          <p:cNvGrpSpPr/>
          <p:nvPr/>
        </p:nvGrpSpPr>
        <p:grpSpPr>
          <a:xfrm>
            <a:off x="1373571" y="650045"/>
            <a:ext cx="9229109" cy="19767198"/>
            <a:chOff x="8142493" y="1608863"/>
            <a:chExt cx="1730808" cy="361901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740E866-15E1-C784-ADFE-5201ADB66EA2}"/>
                </a:ext>
              </a:extLst>
            </p:cNvPr>
            <p:cNvSpPr/>
            <p:nvPr/>
          </p:nvSpPr>
          <p:spPr>
            <a:xfrm>
              <a:off x="8142493" y="2745939"/>
              <a:ext cx="1730808" cy="248194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7F6664-BE18-993E-44BE-18733F48A92A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424AC6-2EE1-81EB-CF04-D2C8DA63214A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3E85A4F-2EC6-7F07-3B96-EBCAD0BE74C2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Extreme Close Up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AE14C59-45E3-A3D3-6098-786F9DAF9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840466-99CA-6C2D-4C60-8CE105053CDC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E590A3-A6F8-AA23-17AC-A8D4786447CE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C2DCE-F3AA-C974-5552-83DE15B22396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8B5B9-F9FA-65C9-9CBB-0DF3D539B85B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C4CA85D-65DF-8978-632D-7F70535DEDEC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086C4-37F6-9DBF-2238-6525D075709A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229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148B-1EF3-8DA5-02B1-A486DA46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9E7FB74-C524-2465-526E-0E880087831D}"/>
              </a:ext>
            </a:extLst>
          </p:cNvPr>
          <p:cNvGrpSpPr/>
          <p:nvPr/>
        </p:nvGrpSpPr>
        <p:grpSpPr>
          <a:xfrm>
            <a:off x="4419720" y="1834505"/>
            <a:ext cx="3352800" cy="5400606"/>
            <a:chOff x="8142356" y="1608863"/>
            <a:chExt cx="1730808" cy="272169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2DDF2F-7B3D-BB72-DE9F-E0911B0BD233}"/>
                </a:ext>
              </a:extLst>
            </p:cNvPr>
            <p:cNvSpPr/>
            <p:nvPr/>
          </p:nvSpPr>
          <p:spPr>
            <a:xfrm>
              <a:off x="8142356" y="2186723"/>
              <a:ext cx="1730808" cy="214383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4B2522-3776-65EA-9478-1DE956010645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B99DA4-E87E-BBF4-F507-2FD39A30B583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F3C58D9-8E43-00E1-C2F2-B6F31CA8B205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High Angle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43AB35B-724D-C2FD-4845-9D1F6C733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41F8AC-2576-D6C9-23EE-AF4FB9D58AC3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A051F-0462-066A-82F9-0B6B02531C17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EDF473-1722-C2DF-F29B-3E660E8F55E8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57873-ECCF-9A84-B6DA-941B45FE995A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C3F9100-E58B-F760-A8C6-1D543E59266F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B609F-23EC-C667-FE75-147B3A8A6B54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971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99E0-162A-29C0-B86B-F955C777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BBDCD50-7E63-DB33-0A3E-A9596A5B8A22}"/>
              </a:ext>
            </a:extLst>
          </p:cNvPr>
          <p:cNvGrpSpPr/>
          <p:nvPr/>
        </p:nvGrpSpPr>
        <p:grpSpPr>
          <a:xfrm>
            <a:off x="4419720" y="1834505"/>
            <a:ext cx="3352800" cy="5400606"/>
            <a:chOff x="8142356" y="1608863"/>
            <a:chExt cx="1730808" cy="272169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EFB89BE-A373-A237-2369-06CDA29CC5E0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B24706-266E-6D6F-3A6C-897B1617D7D2}"/>
                </a:ext>
              </a:extLst>
            </p:cNvPr>
            <p:cNvSpPr/>
            <p:nvPr/>
          </p:nvSpPr>
          <p:spPr>
            <a:xfrm>
              <a:off x="8142356" y="2186723"/>
              <a:ext cx="1730808" cy="214383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533784-839A-DE06-5884-B01F9A727D1F}"/>
              </a:ext>
            </a:extLst>
          </p:cNvPr>
          <p:cNvGraphicFramePr>
            <a:graphicFrameLocks noGrp="1"/>
          </p:cNvGraphicFramePr>
          <p:nvPr/>
        </p:nvGraphicFramePr>
        <p:xfrm>
          <a:off x="0" y="345810"/>
          <a:ext cx="12192000" cy="6078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189079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96197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8566994"/>
                    </a:ext>
                  </a:extLst>
                </a:gridCol>
              </a:tblGrid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454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880207"/>
                  </a:ext>
                </a:extLst>
              </a:tr>
              <a:tr h="2026284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0753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A07C4B46-F91C-8225-1072-70DBEF1D627A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Type Of Shot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Low Angle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DEF317A-4DED-15EF-9AB1-CC25CBE46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73570A-3A4C-D9AB-A650-37D56C27FD62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0D97E0-5E74-2D55-E0A9-834D4198AA06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1B9E7-D277-9E5D-BC54-453A1F5AB0D6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4DF24-93BF-41CF-8DE4-7BDB33C0305D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0C74ED-BBDE-B921-5340-07979FC27AD2}"/>
              </a:ext>
            </a:extLst>
          </p:cNvPr>
          <p:cNvSpPr/>
          <p:nvPr/>
        </p:nvSpPr>
        <p:spPr>
          <a:xfrm rot="5400000">
            <a:off x="14630408" y="2797885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0DA288-0019-93EF-AB4C-CCEB5B1FDF2F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533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BAC6-72E7-6DF2-7AB9-A9E5F7C2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7FE7FBC-D7DC-D6C1-0690-1D8626A21BA6}"/>
              </a:ext>
            </a:extLst>
          </p:cNvPr>
          <p:cNvGrpSpPr/>
          <p:nvPr/>
        </p:nvGrpSpPr>
        <p:grpSpPr>
          <a:xfrm>
            <a:off x="5463056" y="1883221"/>
            <a:ext cx="1265888" cy="1656568"/>
            <a:chOff x="8200131" y="1608863"/>
            <a:chExt cx="1615534" cy="206389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71610A-FE5F-11E4-C995-A54861612400}"/>
                </a:ext>
              </a:extLst>
            </p:cNvPr>
            <p:cNvSpPr/>
            <p:nvPr/>
          </p:nvSpPr>
          <p:spPr>
            <a:xfrm>
              <a:off x="8200131" y="2068711"/>
              <a:ext cx="1615534" cy="160404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18C64C6-59ED-B120-8723-8E867EC28C77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1889280-E8FB-0D8C-343F-71744315EA24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Orbit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403894-C3E4-798C-727C-5AB1BE26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8A53BE-C000-E093-2F1B-81568599B873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E4BD9-1BBB-C79E-FC96-B97811AAB6E0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A1416-54BC-41CF-8537-C16A40BA69F7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6383D-0534-B03B-1830-E0F6D119B20E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ACB8B91-56EB-3EAB-C86D-39DFF8BD4BA5}"/>
              </a:ext>
            </a:extLst>
          </p:cNvPr>
          <p:cNvSpPr/>
          <p:nvPr/>
        </p:nvSpPr>
        <p:spPr>
          <a:xfrm rot="10800000">
            <a:off x="5617028" y="4259448"/>
            <a:ext cx="957943" cy="1168400"/>
          </a:xfrm>
          <a:prstGeom prst="triangl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C090A-954D-29C6-00FB-C7703D199C31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B5187A6-1C6A-1E1A-89AE-681F4CF45A0D}"/>
              </a:ext>
            </a:extLst>
          </p:cNvPr>
          <p:cNvSpPr/>
          <p:nvPr/>
        </p:nvSpPr>
        <p:spPr>
          <a:xfrm rot="5151398">
            <a:off x="5528647" y="2236470"/>
            <a:ext cx="2535873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CD1CB256-91BF-538D-5DF5-F32A514932B3}"/>
              </a:ext>
            </a:extLst>
          </p:cNvPr>
          <p:cNvSpPr/>
          <p:nvPr/>
        </p:nvSpPr>
        <p:spPr>
          <a:xfrm rot="10800000">
            <a:off x="4157120" y="2325610"/>
            <a:ext cx="2535873" cy="2385060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2EEF6E-0380-7A46-48A4-3C6275D4253B}"/>
              </a:ext>
            </a:extLst>
          </p:cNvPr>
          <p:cNvSpPr txBox="1">
            <a:spLocks/>
          </p:cNvSpPr>
          <p:nvPr/>
        </p:nvSpPr>
        <p:spPr>
          <a:xfrm>
            <a:off x="5463056" y="4688919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45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9C5E9-6881-1654-C8ED-BE53C3F6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5C5018E-FA05-2F29-EC5E-8495A95F2489}"/>
              </a:ext>
            </a:extLst>
          </p:cNvPr>
          <p:cNvGrpSpPr/>
          <p:nvPr/>
        </p:nvGrpSpPr>
        <p:grpSpPr>
          <a:xfrm>
            <a:off x="5463056" y="1883221"/>
            <a:ext cx="1265888" cy="1656568"/>
            <a:chOff x="8200131" y="1608863"/>
            <a:chExt cx="1615534" cy="206389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991B79-C1F8-1F52-BD11-69B38C729304}"/>
                </a:ext>
              </a:extLst>
            </p:cNvPr>
            <p:cNvSpPr/>
            <p:nvPr/>
          </p:nvSpPr>
          <p:spPr>
            <a:xfrm>
              <a:off x="8200131" y="2068711"/>
              <a:ext cx="1615534" cy="160404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42B859-48C1-B00F-2503-47B0097C5E0C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FDBBC96F-5036-CC58-5514-DF6EED4A3E12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Panning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AF094D-7ABB-C385-05FE-F3B52769A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E4B44E-A72B-3F72-E541-4AA833AE3576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67FE78-E68E-9F3D-5187-8E711E63FAF3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64EBB8-D6BD-78E1-1562-6B24E3999A64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E33CD-6EC2-13A5-5BD6-574B2E2471A7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07FE7-21AA-C6DA-C74F-2A6C1B4A94DD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00A7CB79-4BA4-FFF2-3660-8CA08229F829}"/>
              </a:ext>
            </a:extLst>
          </p:cNvPr>
          <p:cNvSpPr/>
          <p:nvPr/>
        </p:nvSpPr>
        <p:spPr>
          <a:xfrm rot="5400000" flipH="1">
            <a:off x="6225357" y="4040526"/>
            <a:ext cx="1168399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E51BC53-32BD-729D-BD89-A956C3520CE0}"/>
              </a:ext>
            </a:extLst>
          </p:cNvPr>
          <p:cNvSpPr/>
          <p:nvPr/>
        </p:nvSpPr>
        <p:spPr>
          <a:xfrm rot="10800000" flipV="1">
            <a:off x="4252859" y="4666765"/>
            <a:ext cx="2535873" cy="1522166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970545-C0AE-14E4-B29D-A7F54D09FA4B}"/>
              </a:ext>
            </a:extLst>
          </p:cNvPr>
          <p:cNvGrpSpPr/>
          <p:nvPr/>
        </p:nvGrpSpPr>
        <p:grpSpPr>
          <a:xfrm>
            <a:off x="5463057" y="4259448"/>
            <a:ext cx="1471144" cy="2491532"/>
            <a:chOff x="5463057" y="4259448"/>
            <a:chExt cx="1471144" cy="249153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8E78D1C0-51D7-3FEE-39CF-0AE02E2F6F73}"/>
                </a:ext>
              </a:extLst>
            </p:cNvPr>
            <p:cNvSpPr/>
            <p:nvPr/>
          </p:nvSpPr>
          <p:spPr>
            <a:xfrm rot="10800000">
              <a:off x="5617028" y="4259448"/>
              <a:ext cx="957943" cy="116840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056CB05-465A-9BF2-0C11-4D2F4CFABA80}"/>
                </a:ext>
              </a:extLst>
            </p:cNvPr>
            <p:cNvSpPr txBox="1">
              <a:spLocks/>
            </p:cNvSpPr>
            <p:nvPr/>
          </p:nvSpPr>
          <p:spPr>
            <a:xfrm>
              <a:off x="5463057" y="4688919"/>
              <a:ext cx="1471144" cy="206206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SemiBold" pitchFamily="2" charset="0"/>
                </a:rPr>
                <a:t>CAMERA</a:t>
              </a:r>
              <a:endParaRPr lang="en-ID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853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B885-0862-FB23-B32A-F4A6D2D5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A534F48-871E-E5BF-6232-3D2F1C1D4119}"/>
              </a:ext>
            </a:extLst>
          </p:cNvPr>
          <p:cNvGrpSpPr/>
          <p:nvPr/>
        </p:nvGrpSpPr>
        <p:grpSpPr>
          <a:xfrm>
            <a:off x="5463056" y="1883221"/>
            <a:ext cx="1265888" cy="1656568"/>
            <a:chOff x="8200131" y="1608863"/>
            <a:chExt cx="1615534" cy="206389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5C8F00-0F08-6619-A55A-63336A78D5B0}"/>
                </a:ext>
              </a:extLst>
            </p:cNvPr>
            <p:cNvSpPr/>
            <p:nvPr/>
          </p:nvSpPr>
          <p:spPr>
            <a:xfrm>
              <a:off x="8200131" y="2068711"/>
              <a:ext cx="1615534" cy="160404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9F9C1F-E407-D4A0-B1D4-131EF3ACB5BC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27D4746B-92B9-3BCE-2CD9-51B934A2DDA7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Crab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A6D0D52-AB7D-3031-5359-CA3E6A1A8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51AF7-9E28-10FA-661E-6F0ED705B85A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7FAFCF-9C63-1ED4-6BE9-4942B5DF170B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18C04-3FB9-BB54-6D54-89C415CEE38F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FE677-24C3-1256-3B57-766A58F1FAF9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848854-294A-9B24-E1A9-81512E9233A3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747FFF3-CA87-6F50-2EF0-242071D8DC20}"/>
              </a:ext>
            </a:extLst>
          </p:cNvPr>
          <p:cNvSpPr/>
          <p:nvPr/>
        </p:nvSpPr>
        <p:spPr>
          <a:xfrm rot="5400000">
            <a:off x="6786696" y="3433466"/>
            <a:ext cx="45721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AD038BC-BF96-EA77-7E08-9942C6154D2F}"/>
              </a:ext>
            </a:extLst>
          </p:cNvPr>
          <p:cNvSpPr/>
          <p:nvPr/>
        </p:nvSpPr>
        <p:spPr>
          <a:xfrm rot="10800000" flipV="1">
            <a:off x="4252858" y="4666765"/>
            <a:ext cx="2535873" cy="45719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CA7F05-CA6A-8904-5500-0B858B6788ED}"/>
              </a:ext>
            </a:extLst>
          </p:cNvPr>
          <p:cNvGrpSpPr/>
          <p:nvPr/>
        </p:nvGrpSpPr>
        <p:grpSpPr>
          <a:xfrm>
            <a:off x="5463057" y="4259448"/>
            <a:ext cx="1471144" cy="2491532"/>
            <a:chOff x="5463057" y="4259448"/>
            <a:chExt cx="1471144" cy="249153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1DD0E1-E050-61C1-55C6-9FADFEE8B528}"/>
                </a:ext>
              </a:extLst>
            </p:cNvPr>
            <p:cNvSpPr/>
            <p:nvPr/>
          </p:nvSpPr>
          <p:spPr>
            <a:xfrm rot="10800000">
              <a:off x="5617028" y="4259448"/>
              <a:ext cx="957943" cy="116840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0201FCE2-460D-08DF-928E-B940C94CFA7B}"/>
                </a:ext>
              </a:extLst>
            </p:cNvPr>
            <p:cNvSpPr txBox="1">
              <a:spLocks/>
            </p:cNvSpPr>
            <p:nvPr/>
          </p:nvSpPr>
          <p:spPr>
            <a:xfrm>
              <a:off x="5463057" y="4688919"/>
              <a:ext cx="1471144" cy="206206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SemiBold" pitchFamily="2" charset="0"/>
                </a:rPr>
                <a:t>CAMERA</a:t>
              </a:r>
              <a:endParaRPr lang="en-ID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575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8A55-941B-6618-1587-D9C308CC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99EC9D9-FC3D-BA49-28CD-BADDB03F4E3C}"/>
              </a:ext>
            </a:extLst>
          </p:cNvPr>
          <p:cNvGrpSpPr/>
          <p:nvPr/>
        </p:nvGrpSpPr>
        <p:grpSpPr>
          <a:xfrm>
            <a:off x="5463056" y="1883221"/>
            <a:ext cx="1265888" cy="2829264"/>
            <a:chOff x="8200131" y="1608863"/>
            <a:chExt cx="1615534" cy="352493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176E806-F4DD-5E46-14CD-8F90DFC32F69}"/>
                </a:ext>
              </a:extLst>
            </p:cNvPr>
            <p:cNvSpPr/>
            <p:nvPr/>
          </p:nvSpPr>
          <p:spPr>
            <a:xfrm>
              <a:off x="8200131" y="2764998"/>
              <a:ext cx="1615534" cy="23687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A3C012-EAC0-BDD8-BC46-01DA7485C84A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12E43686-F4E8-F9C0-75B2-60EE6CD6CF5C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Pedestal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BF5205-711F-1F46-9E48-1ACBACCD7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D5FE4-A0A2-3111-31EB-D7537BA8E0F2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312C7-97A1-080B-BA9A-AA94AE19DE4B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4D9D2-3C0D-18BD-7381-91B7E37574D8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0B08B-824B-9922-B136-895E998201E4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56C77C-9F63-AB1F-CFA9-B2E46D5655A9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D452AD-14AC-E52F-DE69-286C4DD0C803}"/>
              </a:ext>
            </a:extLst>
          </p:cNvPr>
          <p:cNvSpPr/>
          <p:nvPr/>
        </p:nvSpPr>
        <p:spPr>
          <a:xfrm flipH="1">
            <a:off x="8585807" y="1442684"/>
            <a:ext cx="45719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C3CAA52-FC57-C258-3D7C-ED5A213FF923}"/>
              </a:ext>
            </a:extLst>
          </p:cNvPr>
          <p:cNvSpPr/>
          <p:nvPr/>
        </p:nvSpPr>
        <p:spPr>
          <a:xfrm rot="5400000" flipV="1">
            <a:off x="7340730" y="3848578"/>
            <a:ext cx="2535873" cy="45719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223418-4C5A-BE33-7256-719CBB339721}"/>
              </a:ext>
            </a:extLst>
          </p:cNvPr>
          <p:cNvGrpSpPr/>
          <p:nvPr/>
        </p:nvGrpSpPr>
        <p:grpSpPr>
          <a:xfrm rot="16200000">
            <a:off x="8511801" y="1848378"/>
            <a:ext cx="1471144" cy="2491532"/>
            <a:chOff x="5463057" y="4259448"/>
            <a:chExt cx="1471144" cy="249153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CF17F4E9-56DB-6364-FE85-FF8F71D7FB53}"/>
                </a:ext>
              </a:extLst>
            </p:cNvPr>
            <p:cNvSpPr/>
            <p:nvPr/>
          </p:nvSpPr>
          <p:spPr>
            <a:xfrm rot="10800000">
              <a:off x="5617028" y="4259448"/>
              <a:ext cx="957943" cy="116840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DC3AD2C7-9415-B59E-A7E7-BAC60C02D82C}"/>
                </a:ext>
              </a:extLst>
            </p:cNvPr>
            <p:cNvSpPr txBox="1">
              <a:spLocks/>
            </p:cNvSpPr>
            <p:nvPr/>
          </p:nvSpPr>
          <p:spPr>
            <a:xfrm>
              <a:off x="5463057" y="4688919"/>
              <a:ext cx="1471144" cy="206206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SemiBold" pitchFamily="2" charset="0"/>
                </a:rPr>
                <a:t>CAMERA</a:t>
              </a:r>
              <a:endParaRPr lang="en-ID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6644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A649-4875-5BAD-A854-81C96C5A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300BEDA-560E-BEAD-4A43-3D4126C09FFD}"/>
              </a:ext>
            </a:extLst>
          </p:cNvPr>
          <p:cNvGrpSpPr/>
          <p:nvPr/>
        </p:nvGrpSpPr>
        <p:grpSpPr>
          <a:xfrm>
            <a:off x="5463056" y="1883221"/>
            <a:ext cx="1265888" cy="2829264"/>
            <a:chOff x="8200131" y="1608863"/>
            <a:chExt cx="1615534" cy="352493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F6CA9F7-EB94-8C24-2C69-2C34FCD1323B}"/>
                </a:ext>
              </a:extLst>
            </p:cNvPr>
            <p:cNvSpPr/>
            <p:nvPr/>
          </p:nvSpPr>
          <p:spPr>
            <a:xfrm>
              <a:off x="8200131" y="2764998"/>
              <a:ext cx="1615534" cy="23687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6DD211-CFA5-33FD-ADD6-B2F3C36C957F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6D0310F-2E61-3CC7-78C3-DF185D607AB9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Tilt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ACA2366-DF33-CCCD-B53E-5E5E2C90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808D0-04BB-5FB9-E2A4-3DDCC57F959C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3C27B5-B0C0-0D64-A203-213B9CB77399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88848-A733-E730-E999-CB679479D655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15CBEC-5FBD-F093-7F2F-5B0D2781B09F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AED2D-27ED-E02B-430A-B711ED5F63D1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08302A7-C83D-2671-F405-5B51A86CC521}"/>
              </a:ext>
            </a:extLst>
          </p:cNvPr>
          <p:cNvSpPr/>
          <p:nvPr/>
        </p:nvSpPr>
        <p:spPr>
          <a:xfrm flipH="1">
            <a:off x="8585806" y="1442684"/>
            <a:ext cx="1468514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17B2FA2-A9E1-4C59-3C99-BBE0C9AB03E5}"/>
              </a:ext>
            </a:extLst>
          </p:cNvPr>
          <p:cNvSpPr/>
          <p:nvPr/>
        </p:nvSpPr>
        <p:spPr>
          <a:xfrm rot="5400000" flipV="1">
            <a:off x="8199310" y="2989998"/>
            <a:ext cx="2535873" cy="1762879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5F43CF-FD32-6EDE-A90A-8438377B5246}"/>
              </a:ext>
            </a:extLst>
          </p:cNvPr>
          <p:cNvGrpSpPr/>
          <p:nvPr/>
        </p:nvGrpSpPr>
        <p:grpSpPr>
          <a:xfrm rot="16200000">
            <a:off x="8511801" y="1848378"/>
            <a:ext cx="1471144" cy="2491532"/>
            <a:chOff x="5463057" y="4259448"/>
            <a:chExt cx="1471144" cy="249153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408AF9C7-ED78-A3DE-A8F1-F6B6C843C0A3}"/>
                </a:ext>
              </a:extLst>
            </p:cNvPr>
            <p:cNvSpPr/>
            <p:nvPr/>
          </p:nvSpPr>
          <p:spPr>
            <a:xfrm rot="10800000">
              <a:off x="5617028" y="4259448"/>
              <a:ext cx="957943" cy="116840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62168A57-DC4E-2F9E-400B-378B385330E2}"/>
                </a:ext>
              </a:extLst>
            </p:cNvPr>
            <p:cNvSpPr txBox="1">
              <a:spLocks/>
            </p:cNvSpPr>
            <p:nvPr/>
          </p:nvSpPr>
          <p:spPr>
            <a:xfrm>
              <a:off x="5463057" y="4688919"/>
              <a:ext cx="1471144" cy="206206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SemiBold" pitchFamily="2" charset="0"/>
                </a:rPr>
                <a:t>CAMERA</a:t>
              </a:r>
              <a:endParaRPr lang="en-ID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78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85CD-855D-C863-9957-1F0944F7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03217-BB99-35AC-BD4F-F4159B73B530}"/>
              </a:ext>
            </a:extLst>
          </p:cNvPr>
          <p:cNvGrpSpPr/>
          <p:nvPr/>
        </p:nvGrpSpPr>
        <p:grpSpPr>
          <a:xfrm>
            <a:off x="5463056" y="1883221"/>
            <a:ext cx="1265888" cy="2829264"/>
            <a:chOff x="8200131" y="1608863"/>
            <a:chExt cx="1615534" cy="352493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378E31-7870-CD45-10A0-B8D963B8208D}"/>
                </a:ext>
              </a:extLst>
            </p:cNvPr>
            <p:cNvSpPr/>
            <p:nvPr/>
          </p:nvSpPr>
          <p:spPr>
            <a:xfrm>
              <a:off x="8200131" y="2764998"/>
              <a:ext cx="1615534" cy="23687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13928B8-2871-A69D-03F0-EE114C67A66E}"/>
                </a:ext>
              </a:extLst>
            </p:cNvPr>
            <p:cNvSpPr/>
            <p:nvPr/>
          </p:nvSpPr>
          <p:spPr>
            <a:xfrm>
              <a:off x="8502931" y="1608863"/>
              <a:ext cx="1009933" cy="10099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E4257D5-F443-6EBA-C0E8-0C03BBF97EB9}"/>
              </a:ext>
            </a:extLst>
          </p:cNvPr>
          <p:cNvSpPr txBox="1">
            <a:spLocks/>
          </p:cNvSpPr>
          <p:nvPr/>
        </p:nvSpPr>
        <p:spPr>
          <a:xfrm>
            <a:off x="504112" y="411655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Camera Movement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rPr>
              <a:t>Tracking</a:t>
            </a:r>
            <a:endParaRPr lang="en-ID" sz="20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3B1A0B-D9CE-99A7-CB9B-5238A0708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1998" y="7195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Filmmaker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36A791-D270-F853-764A-029CCFA4BD11}"/>
              </a:ext>
            </a:extLst>
          </p:cNvPr>
          <p:cNvSpPr/>
          <p:nvPr/>
        </p:nvSpPr>
        <p:spPr>
          <a:xfrm>
            <a:off x="290411" y="1372964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C682B-D082-7513-4FC4-60EFF78A118D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C3F59-F3E5-B00C-3144-CF6CBF8C921F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DA64E-97D9-E4C3-25D0-2474B2D79879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B1BE7-C7AA-C0BA-9372-22C9AC69CDDD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A6E9AA1-804E-EBD8-91F0-F5BCF3D72126}"/>
              </a:ext>
            </a:extLst>
          </p:cNvPr>
          <p:cNvSpPr/>
          <p:nvPr/>
        </p:nvSpPr>
        <p:spPr>
          <a:xfrm rot="16200000" flipH="1">
            <a:off x="8562948" y="2973557"/>
            <a:ext cx="45719" cy="2385060"/>
          </a:xfrm>
          <a:prstGeom prst="arc">
            <a:avLst/>
          </a:prstGeom>
          <a:ln w="38100">
            <a:prstDash val="sys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CFA6DF7-66D8-FDDD-3395-96EC78EE45E4}"/>
              </a:ext>
            </a:extLst>
          </p:cNvPr>
          <p:cNvSpPr/>
          <p:nvPr/>
        </p:nvSpPr>
        <p:spPr>
          <a:xfrm rot="10800000" flipV="1">
            <a:off x="3798924" y="3630026"/>
            <a:ext cx="2535873" cy="45719"/>
          </a:xfrm>
          <a:prstGeom prst="arc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9E7B1F-C519-CEAA-EA67-7C35387879CC}"/>
              </a:ext>
            </a:extLst>
          </p:cNvPr>
          <p:cNvGrpSpPr/>
          <p:nvPr/>
        </p:nvGrpSpPr>
        <p:grpSpPr>
          <a:xfrm rot="16200000">
            <a:off x="8511801" y="1848378"/>
            <a:ext cx="1471144" cy="2491532"/>
            <a:chOff x="5463057" y="4259448"/>
            <a:chExt cx="1471144" cy="249153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8E47599B-02F7-04B6-14FD-3F77BE22CAD8}"/>
                </a:ext>
              </a:extLst>
            </p:cNvPr>
            <p:cNvSpPr/>
            <p:nvPr/>
          </p:nvSpPr>
          <p:spPr>
            <a:xfrm rot="10800000">
              <a:off x="5617028" y="4259448"/>
              <a:ext cx="957943" cy="116840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14FBEA2-6717-29B2-824C-72615B598AAA}"/>
                </a:ext>
              </a:extLst>
            </p:cNvPr>
            <p:cNvSpPr txBox="1">
              <a:spLocks/>
            </p:cNvSpPr>
            <p:nvPr/>
          </p:nvSpPr>
          <p:spPr>
            <a:xfrm>
              <a:off x="5463057" y="4688919"/>
              <a:ext cx="1471144" cy="206206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 SemiBold" pitchFamily="2" charset="0"/>
                </a:rPr>
                <a:t>CAMERA</a:t>
              </a:r>
              <a:endParaRPr lang="en-ID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578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4567-7D16-D656-10D8-4FAD850A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90162C-14D4-4AA2-0400-FF92488932D7}"/>
              </a:ext>
            </a:extLst>
          </p:cNvPr>
          <p:cNvSpPr txBox="1">
            <a:spLocks/>
          </p:cNvSpPr>
          <p:nvPr/>
        </p:nvSpPr>
        <p:spPr>
          <a:xfrm>
            <a:off x="1999082" y="2211426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Sound Design</a:t>
            </a:r>
            <a:b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Cut</a:t>
            </a:r>
            <a:b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</a:b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Colour</a:t>
            </a:r>
            <a:endParaRPr lang="en-ID" sz="32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DAC817C-10FD-41C4-5D02-A495882DF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6626" y="2954783"/>
            <a:ext cx="9017479" cy="5343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800" dirty="0">
                <a:latin typeface="Montserrat Light" pitchFamily="2" charset="0"/>
              </a:rPr>
              <a:t>Editing</a:t>
            </a:r>
            <a:endParaRPr lang="en-ID" sz="2800" dirty="0">
              <a:latin typeface="Montserrat Light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A4C258-76F2-70F5-9A55-805A940735BD}"/>
              </a:ext>
            </a:extLst>
          </p:cNvPr>
          <p:cNvSpPr/>
          <p:nvPr/>
        </p:nvSpPr>
        <p:spPr>
          <a:xfrm>
            <a:off x="1785381" y="3172735"/>
            <a:ext cx="137701" cy="1394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F5799-1267-C20B-2CF2-503FFDC040A0}"/>
              </a:ext>
            </a:extLst>
          </p:cNvPr>
          <p:cNvSpPr/>
          <p:nvPr/>
        </p:nvSpPr>
        <p:spPr>
          <a:xfrm>
            <a:off x="0" y="-5842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B6FA1-F795-4B8F-A0B0-F5D43C7FEE46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EB266D-A834-04A7-9D0C-9DCC61ABC1A2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4033C-541B-C216-0567-433D1942642B}"/>
              </a:ext>
            </a:extLst>
          </p:cNvPr>
          <p:cNvSpPr/>
          <p:nvPr/>
        </p:nvSpPr>
        <p:spPr>
          <a:xfrm>
            <a:off x="0" y="62738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057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B9ACD-271D-A134-B812-083F9861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12A91F2-59A5-3D97-72BD-73E4D6F700E8}"/>
              </a:ext>
            </a:extLst>
          </p:cNvPr>
          <p:cNvSpPr/>
          <p:nvPr/>
        </p:nvSpPr>
        <p:spPr>
          <a:xfrm>
            <a:off x="3848100" y="2741929"/>
            <a:ext cx="241385" cy="9600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1F7B36-5898-271F-1F17-31D6585D1C1E}"/>
              </a:ext>
            </a:extLst>
          </p:cNvPr>
          <p:cNvSpPr txBox="1">
            <a:spLocks/>
          </p:cNvSpPr>
          <p:nvPr/>
        </p:nvSpPr>
        <p:spPr>
          <a:xfrm>
            <a:off x="4089485" y="2190916"/>
            <a:ext cx="7497495" cy="2062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</a:rPr>
              <a:t>Enjoy The Moment.</a:t>
            </a:r>
            <a:endParaRPr lang="en-ID" sz="3200" i="1" dirty="0">
              <a:solidFill>
                <a:schemeClr val="tx1">
                  <a:lumMod val="85000"/>
                  <a:lumOff val="15000"/>
                </a:schemeClr>
              </a:solidFill>
              <a:latin typeface="Montserrat Medium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4CA22-709F-679E-2E2B-C3ED4A692565}"/>
              </a:ext>
            </a:extLst>
          </p:cNvPr>
          <p:cNvSpPr/>
          <p:nvPr/>
        </p:nvSpPr>
        <p:spPr>
          <a:xfrm>
            <a:off x="0" y="-449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6C5187-6C2C-D934-2D73-8693AF484B12}"/>
              </a:ext>
            </a:extLst>
          </p:cNvPr>
          <p:cNvSpPr/>
          <p:nvPr/>
        </p:nvSpPr>
        <p:spPr>
          <a:xfrm>
            <a:off x="12194169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5F1AF-24F9-9192-E243-C3F9A9E16E8D}"/>
              </a:ext>
            </a:extLst>
          </p:cNvPr>
          <p:cNvSpPr/>
          <p:nvPr/>
        </p:nvSpPr>
        <p:spPr>
          <a:xfrm>
            <a:off x="-2185920" y="0"/>
            <a:ext cx="218616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FE6CC-5C22-3936-4A4B-A8BBF4C20E82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8609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519</Words>
  <Application>Microsoft Office PowerPoint</Application>
  <PresentationFormat>Widescreen</PresentationFormat>
  <Paragraphs>222</Paragraphs>
  <Slides>32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LiSu</vt:lpstr>
      <vt:lpstr>Arial</vt:lpstr>
      <vt:lpstr>Calibri</vt:lpstr>
      <vt:lpstr>Calibri Light</vt:lpstr>
      <vt:lpstr>Montserrat</vt:lpstr>
      <vt:lpstr>Montserrat Light</vt:lpstr>
      <vt:lpstr>Montserrat Medium</vt:lpstr>
      <vt:lpstr>Montserrat SemiBold</vt:lpstr>
      <vt:lpstr>Office Theme</vt:lpstr>
      <vt:lpstr>Filmmaker &amp; Editing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Filmmaker</vt:lpstr>
      <vt:lpstr>Editing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! Tayy</dc:creator>
  <cp:lastModifiedBy>! Tayy</cp:lastModifiedBy>
  <cp:revision>4</cp:revision>
  <dcterms:created xsi:type="dcterms:W3CDTF">2025-12-11T15:17:17Z</dcterms:created>
  <dcterms:modified xsi:type="dcterms:W3CDTF">2025-12-12T23:29:01Z</dcterms:modified>
</cp:coreProperties>
</file>